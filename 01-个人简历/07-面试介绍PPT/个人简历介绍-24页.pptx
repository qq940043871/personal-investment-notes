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 15 秒带过，不停留。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定调页。三个标签必须脱口而出。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用数据建立可信度。零资金差错是最有力的一句话。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最有料的一页。midservice=业务网关，midmon=监控网关，别含糊成中间件网关。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技术杀手锏页。金句：用 DS 做翻译官——异构架构的经典范式。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不逐个讲，展示广度即可。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金句：我守心脏，不管全部。展示管理成熟度。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串链页。Redis/锁/MQ/Saga/规则引擎/CDC/ES 一条链讲通。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讲业务不讲技术。金句见备注。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开口说三层就必须数出三层。金融服务只背一句：让钱不够的买方也能成交，直接提高成交率。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展示你懂业务，不只是技术人。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收尾竞品对比一句话。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条目与《角色定位与技术竞争力》源件保持一致。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金句：电商事务秒级，不行就退款；我们跨月，货发了不能回滚。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市场稀缺能力的直接证据。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被追问异构通信可靠性时展开。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展示体系化：中间件是为一致性服务的，不是孤立技术点。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五维是管理成熟度的总纲。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管理转型的主证据页。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金句：靠治理机制让整个系统可控。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对老板讲经营价值多于技术 ROI。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 = 被动响应占比（Reactive Index）。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展示学习能力和自我要求。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谢谢，有什么问题可以交流。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005840"/>
            <a:ext cx="1060704" cy="45720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1627632"/>
            <a:ext cx="1060704" cy="8229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2615184"/>
            <a:ext cx="1060704" cy="137160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151376"/>
            <a:ext cx="1060704" cy="82296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138928"/>
            <a:ext cx="1060704" cy="4572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｜ 面试 · 述职 · 路演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haswhere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大宗贸易供应链平台 · 技术经理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78638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947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+ Vue 全栈 ｜ 异构架构治理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交易系统 ｜ 供应链金融 ｜ 平台化建设 ｜ 13 年一线技术经验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186-****-3592 ｜ 815841365@qq.com ｜ 郑州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开场定位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我做什么，我的差异化是什么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秒内建立第一印象——三个标签要刻在面试官脑子里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105783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我做什么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2066544"/>
            <a:ext cx="10600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负责大宗商品 B2B 交易平台的业务中台，管理交易撮合、履约保证、数据服务、规则配置和生态对接五大核心模块；带 20 人团队（3C / 6Java / 5Vue / 5测试），对接 9+ 外部系统。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3337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我的差异化 —— 三个标签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630168"/>
            <a:ext cx="357621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630168"/>
            <a:ext cx="357621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813048"/>
            <a:ext cx="6400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8096" y="4233672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 C+Java 异构架构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管住黑盒的经典防腐层范式，市场稀缺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4586" y="3630168"/>
            <a:ext cx="357621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34586" y="3630168"/>
            <a:ext cx="357621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4435754" y="3813048"/>
            <a:ext cx="6400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35754" y="4233672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× 业务深度交叉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35754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懂撮合引擎，也懂大宗贸易全链路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2245" y="3630168"/>
            <a:ext cx="357621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2245" y="3630168"/>
            <a:ext cx="357621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6" name="Text 24"/>
          <p:cNvSpPr/>
          <p:nvPr/>
        </p:nvSpPr>
        <p:spPr>
          <a:xfrm>
            <a:off x="8103413" y="3813048"/>
            <a:ext cx="6400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103413" y="4233672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103413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大额资金场景的金融级可靠性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5486400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48640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加分句：</a:t>
            </a:r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我至今保持在一线——方案能不能落地、坑在哪、工作量多少，我能直接判断，不给团队挖坑。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开场定位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核心数据看板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用数据建立可信度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面试官判断段位，先看数字再听故事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64008" cy="193852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平台规模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21031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52928" y="21031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一线技术经验（2年清算 + 11年本司）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25603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52928" y="25603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大客户差异化支撑，代码零膨胀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30175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52928" y="30175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研发团队 · 3C/6Java/5Vue/5测试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5576" y="166420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5576" y="1664208"/>
            <a:ext cx="64008" cy="193852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5032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5032" y="21031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91576" y="21031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微服务（业务中台）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25032" y="25603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91576" y="25603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外部系统对接（银行/物流/税务…）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5032" y="30175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91576" y="30175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/ 网关 / 中台 / 数据 异构架构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76732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767328"/>
            <a:ext cx="64008" cy="1938528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3895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6384" y="42062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5天→1.5天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52928" y="42062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" y="46634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2个月→1周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852928" y="46634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新客户上线周期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384" y="51206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20→50笔/月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852928" y="51206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月交易量翻倍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05576" y="376732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5576" y="3767328"/>
            <a:ext cx="64008" cy="1938528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39" name="Text 37"/>
          <p:cNvSpPr/>
          <p:nvPr/>
        </p:nvSpPr>
        <p:spPr>
          <a:xfrm>
            <a:off x="6425032" y="3895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25032" y="42062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491576" y="42062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零资金差错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25032" y="46634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491576" y="46634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外部接口平均可用率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25032" y="51206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连续两季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491576" y="51206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冬储高峰零 P0 事故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最有力的一句话：</a:t>
            </a:r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三年零资金差错——这是大额资金场景给我的名片。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 + 双核驱动 + 9+ 外部生态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先讲分层（30秒），再展开双核（1分钟），最后扫外部接口矩阵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27632"/>
            <a:ext cx="1417320" cy="56692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276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93976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外部大屏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04106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7258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普通客户 PC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14236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7388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机构客户 PC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24365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7517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移动端（Vue）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13552" y="2212848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2340864"/>
            <a:ext cx="1417320" cy="566928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3408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93976" y="2340864"/>
            <a:ext cx="310377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67128" y="2340864"/>
            <a:ext cx="295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 业务网关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路由 —— 管请求怎么进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7482" y="2340864"/>
            <a:ext cx="310377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80634" y="2340864"/>
            <a:ext cx="295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midmon 监控网关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/ 健康度 / 告警 —— 管系统怎么样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20989" y="2340864"/>
            <a:ext cx="310377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4141" y="2340864"/>
            <a:ext cx="295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自研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非开源组件，深度定制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13552" y="2926080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3054096"/>
            <a:ext cx="1417320" cy="1170432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054096"/>
            <a:ext cx="1417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（核心）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93976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7128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 10+ 模块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04106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7258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桥接 / 防腐层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14236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7388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语言内存撮合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24365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7517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业务服务集群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微服务：认证/账本/合同/资金/挂牌/竞价/风控…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13552" y="4242816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4370832"/>
            <a:ext cx="1417320" cy="56692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70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093976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67128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×2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主从 + 分库分表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04106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7258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/ 分布式锁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14236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7388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324365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97517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6928" y="5084064"/>
            <a:ext cx="1417320" cy="56692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50840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外部生态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93976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67128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×5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700729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73881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 WMS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307482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80634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14236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7388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520989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4141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电子签章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127742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00894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企查查 / 金融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66" name="Shape 64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67" name="Text 65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讲法要点：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每层按「为什么存在 / 不这么做会怎样 / 取舍了什么」讲——两个网关分工一句话说清。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双核驱动 · 异构架构核心设计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 + 交易核心：管住黑盒的经典范式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 Java 写进 C 撮合引擎，也不把 C 逻辑外泄到 Java 业务层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5852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691640"/>
            <a:ext cx="5486400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业务编排层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211226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/ 风控 / 结算 / 报表 / 生态对接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0712" y="2551176"/>
            <a:ext cx="164592" cy="21945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3694176" y="2496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Hessian over HTTP（同步） · Socket（异步）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825496"/>
            <a:ext cx="5852160" cy="841248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25496"/>
            <a:ext cx="5486400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数据中心（Java）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9808" y="324612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桥接层 / 防腐层 Anti-Corruption Layer —— 协议转换、连接管理、可靠性收敛于一层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10712" y="3685032"/>
            <a:ext cx="164592" cy="21945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3630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自定义二进制协议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959352"/>
            <a:ext cx="5852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959352"/>
            <a:ext cx="5486400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交易核心（C 语言）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437997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单线程内存撮合 · 纳秒级延迟确定性 · 无 GC 停顿 · 异步落库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93408" y="1691640"/>
            <a:ext cx="493135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847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核心设计理念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94576" y="2176272"/>
            <a:ext cx="452902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负责「快」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——撮合不能有 GC 停顿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负责「稳」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——业务编排灵活可迭代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负责「翻译」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——异构复杂度收敛在一层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两个团队独立演进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——C 团队与 Java 团队互不阻塞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852160"/>
            <a:ext cx="11057839" cy="47548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5852160"/>
            <a:ext cx="64008" cy="475488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5852160"/>
            <a:ext cx="106920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否决「C 撮合引擎重写成 Java」——撮合是资金链路心脏，GC 停顿不可接受；保留 C + DS 防腐层，确定性与可维护性兼得。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驾驭的技术广度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快速扫一遍即可——重点是广度，细节等面试官追问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642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76856" y="1664208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664208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前端（PC + 移动端 + 大屏三端） ｜ Nginx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249424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2494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76856" y="2249424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2249424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 业务网关（Java 自研） ｜ midmon 监控网关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8346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76856" y="2834640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2834640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微服务（Spring MVC / MyBatis） ｜ DS 数据中心（Hessian + Socket） ｜ 交易核心（C 语言内存撮合）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419856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41985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76856" y="3419856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3419856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MySQL（主从 / 分库分表） ｜ Redis（缓存 / 分布式锁） ｜ MinIO 对象存储 ｜ Elasticsearch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005072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0050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76856" y="4005072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4005072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Kafka（outbox 本地消息表 + 消费幂等） ｜ Canal CDC ｜ XXL-Job ｜ Redisson ｜ Drools 规则引擎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590288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5902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运维部署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76856" y="4590288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87168" y="4590288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K8s ｜ GitLab CI/CD ｜ Prometheus + Grafana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175504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5175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异构通信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76856" y="5175504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5175504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自定义二进制协议 ｜ Hessian 序列化 ｜ Socket 长连接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5760720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57607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外部对接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276856" y="5760720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87168" y="5760720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物流 WMS / CTRM / 税务 / 电子签章 / 企查查 / 供应链金融（9+ 接口）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技术深度区 vs 治理区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我管什么、怎么管：守心脏，不管全部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高级技术经理的标志是知道什么该管、什么该放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39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5391760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64208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深度区 —— 直接掌控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267712"/>
            <a:ext cx="493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交易模式（挂牌 / 竞价 / 询价 / 招标 / 基差点价）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履约保证（仓单 / 质检 / 交收）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数据服务（行情 / 报表 / 对账）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规则配置（计费 / 风控 / 促销）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生态对接（银行 / 仓储 / 物流 / 税务）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" y="4617720"/>
            <a:ext cx="493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平台耦合最复杂的「心脏」：我直接 review 代码、做架构决策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664208"/>
            <a:ext cx="539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1664208"/>
            <a:ext cx="5391760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33008" y="1664208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治理区 —— 契约管理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1608" y="2267712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交易核心（C 撮合）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44488" y="2560320"/>
            <a:ext cx="475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 DS 桥接层 + 可观测性管控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61608" y="3017520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财务清结算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44488" y="3310128"/>
            <a:ext cx="475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通过接口契约 + SLA 管控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1608" y="3767328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物流执行 / 风控引擎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44488" y="4059936"/>
            <a:ext cx="475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通过依赖风险地图管控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61608" y="4617720"/>
            <a:ext cx="493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管「连线」不管「黑盒内部」：守住接口、SLA、爆炸半径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管理理念：</a:t>
            </a:r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用机制替代亲力亲为。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 · 一笔挂牌交易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一笔挂牌交易经过的完整技术链路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把所有技术点串成一条链——中间件不是孤立的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645920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买方下单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189280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行情比价 → 选择挂牌 → 提交订单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30552" y="2148840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231136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31136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 midservice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247802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路由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30552" y="2734056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2816352"/>
            <a:ext cx="3291840" cy="493776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816352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交易服务（Java）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306324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创建订单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58768" y="3063240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2816352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SETNX 防重复提交 ｜ Redisson 锁防超卖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30552" y="3319272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401568"/>
            <a:ext cx="3291840" cy="493776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401568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 → C 撮合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" y="364845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 → 二进制协议 → 内存撮合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58768" y="3648456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0248" y="3401568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撮合结果异步落库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30552" y="3904488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3986784"/>
            <a:ext cx="3291840" cy="493776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986784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撮合成功 → Kafka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" y="423367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outbox 本地消息表 + 消费幂等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58768" y="4233672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0248" y="3986784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异步通知 4 个下游：仓储备货 / 财务记账 / 风控调额度 / 客户通知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30552" y="4489704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4572000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572000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分布式事务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" y="48188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锁库存 → 扣额度 → 创建合同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58768" y="4818888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0248" y="4572000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失败反向补偿，保证最终一致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521208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规则引擎 Drools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实时计算手续费，热更新不重启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54864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Canal CDC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binlog 同步缓存服务加速行情网页 ｜ 全链路 traceId + Prometheus + Grafana 可观测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897880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589788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这套组合解决三件最难的事——高并发撮合、长周期一致、规则热更。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业务全链路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一笔大宗交易的生命周期：从挂牌到结算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用业务语言讲——大宗跟淘宝不一样：价格跟期货走、一笔几百万、合同十几页、付款分三四次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挂牌报价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卖方发布，实时行情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5084" y="2153412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15" name="Shape 13"/>
          <p:cNvSpPr/>
          <p:nvPr/>
        </p:nvSpPr>
        <p:spPr>
          <a:xfrm>
            <a:off x="3372536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8840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18840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询价撮合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8840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买方标准化比价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90692" y="2153412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8144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448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24448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合同签约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4448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 + 电子签章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96299" y="2153412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5" name="Shape 23"/>
          <p:cNvSpPr/>
          <p:nvPr/>
        </p:nvSpPr>
        <p:spPr>
          <a:xfrm>
            <a:off x="8983751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0055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30055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备货发货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30055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仓单流转 + 物流跟踪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收货验收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 + 异议处理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85084" y="3589020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4" name="Shape 32"/>
          <p:cNvSpPr/>
          <p:nvPr/>
        </p:nvSpPr>
        <p:spPr>
          <a:xfrm>
            <a:off x="3372536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8840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18840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结算支付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18840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银企直连，分期付款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90692" y="3589020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9" name="Shape 37"/>
          <p:cNvSpPr/>
          <p:nvPr/>
        </p:nvSpPr>
        <p:spPr>
          <a:xfrm>
            <a:off x="6178144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4448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324448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收款对账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24448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自动对账 + 开票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96299" y="3589020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44" name="Shape 42"/>
          <p:cNvSpPr/>
          <p:nvPr/>
        </p:nvSpPr>
        <p:spPr>
          <a:xfrm>
            <a:off x="8983751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30055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30055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售后服务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30055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流失预警 + 复购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4654296"/>
            <a:ext cx="3564026" cy="9601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7274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31520" y="5020056"/>
            <a:ext cx="323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5–7 天</a:t>
            </a:r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1–1.5 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13834" y="4654296"/>
            <a:ext cx="3564026" cy="9601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2" name="Text 50"/>
          <p:cNvSpPr/>
          <p:nvPr/>
        </p:nvSpPr>
        <p:spPr>
          <a:xfrm>
            <a:off x="4478426" y="47274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月交易量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478426" y="5020056"/>
            <a:ext cx="323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笔</a:t>
            </a:r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60741" y="4654296"/>
            <a:ext cx="3564026" cy="9601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5" name="Text 53"/>
          <p:cNvSpPr/>
          <p:nvPr/>
        </p:nvSpPr>
        <p:spPr>
          <a:xfrm>
            <a:off x="8225333" y="47274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沟通成本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225333" y="5020056"/>
            <a:ext cx="323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个电话</a:t>
            </a:r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次点击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平台三层价值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效率是入场券，风险是生死线，增长才是壁垒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从下往上讲，层层递进——回答老板的问题：投了几千万，带来了什么？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719072"/>
            <a:ext cx="11057839" cy="1207008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810512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增长价值（最高级）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帮客户多赚钱、做大生意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2395728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供应链金融：交易数据 → 金融资产，让钱不够的买方也能成交 ｜ 月交易量 20→50 笔 ｜ 采购效率 +40%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11057839" cy="1207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163824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风险价值（B2B 特有）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帮客户避免资金 / 合规风险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3749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 ｜ 电子仓单杜绝一货多押 ｜ 关键合同条款自动校验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425696"/>
            <a:ext cx="11057839" cy="120700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517136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效率价值（最易量化）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828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帮客户省时间、省人力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 5天→1.5天 ｜ 财务对账 9人天→2小时 ｜ 签约 1周→1天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815584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815584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581558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有了真实交易数据才能做供应链金融；金融一做起来，客户更离不开平台。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四种价值 · 客户为什么来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为什么上下游愿意来平台交易？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线下老关系信任强，但拓展新客户时信任为零——平台把「你跟张老板熟不熟」变成「系统显示履约率 97%」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73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信任中介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6384" y="2121408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个人信任 → 系统信任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432304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履约率透明可见，仓单不可篡改，关键操作全量留痕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4720" y="1664208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4720" y="1664208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6434176" y="1773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信息聚合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34176" y="2121408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一家家问价 → 一键比价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4176" y="2432304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家供应商报价实时汇聚，按规格 / 产地 / 交期并排对比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236976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236976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交易效率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6384" y="3694176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5–7 天 → 1–1.5 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4005072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全链路数字化：下单、合同、物流、对账在线闭环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4720" y="3236976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4720" y="3236976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6434176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金融服务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34176" y="3694176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有好机会但缺钱 → 平台放款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34176" y="4005072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交易数据变金融资产，直接提高成交率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901184"/>
            <a:ext cx="11057839" cy="56692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4901184"/>
            <a:ext cx="64008" cy="566928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4901184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增长飞轮：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更多买方 → 更多订单 → 更多数据 → 更好金融风控 → 更多客户 → 飞轮加速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五大竞争壁垒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平台的护城河，也是我的经验护城河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竞品一句话：传统软件厂商有产品没数据，纯交易平台有交易没深入行业，银行系有钱但没交易数据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" y="1664208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交易 + 仓单 + 履约数据 → 金融风控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3856" y="2121408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最难复制，追赶成本随时间指数增长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505456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1576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3856" y="2505456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配置化引擎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100+ 客户喂出来的灵活度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3856" y="2962656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新进入者至少 2 年才能达到同等水平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346704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5701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3856" y="3346704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外部集成深度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5 家银行 + 10 个 WMS + 税务接口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3856" y="38039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对接越多壁垒越高，光搞定税局就要 3–6 个月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9826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3856" y="4187952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行业复合人才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既懂技术又懂大宗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4645152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市场极度稀缺，培养周期 2–3 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5029200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3951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3856" y="5029200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信任资产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时间 × 零事故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3856" y="5486400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多年运营、零重大资金事故，不可速成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七大技术难点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七大核心技术难点（按影响排序）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快速过一遍，挑面试官感兴趣的 2–3 个展开：跨月长事务、异构协议治理、外部系统稳定性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017520"/>
                <a:gridCol w="1005840"/>
                <a:gridCol w="1005840"/>
                <a:gridCol w="552297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多租户深度定制架构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策略模式 + 规则引擎 + 配置化模板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跨月长事务一致性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Saga + 状态机 + 事件溯源 + 补偿表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多外部系统集成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 / 重试 / 熔断 / 降级四层防护 + 统一网关适配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极端流量模式（冬储）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分库分表 + 读写分离 + 3 倍容量规划压测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金融级数据精确性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Decimal + 行锁 + 自动对账三道防线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仓单防伪与货权确认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电子仓单 + 全量留痕存证 + 银行实时校验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异构系统协议治理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 桥接层（Hessian + Socket）+ 可观测性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难点深挖 · 跨月长事务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2：跨月长事务的分布式一致性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电商的事务是秒级的，不行就退款；我们一笔交易跨 3 个月——货发了不能回滚、钱付了不能撤回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10578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37360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问题：一笔交易跨 1–3 个月，十几个状态变迁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02996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 → 付保证金 → 备货 → 付进度款 → 发货 → 在途 → 收货 → 质检 → 异议处理 → 付尾款 → 开票 → 对账 → 结算完成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788920"/>
            <a:ext cx="5577840" cy="2286000"/>
          </a:xfrm>
          <a:prstGeom prst="rect">
            <a:avLst/>
          </a:prstGeom>
          <a:solidFill>
            <a:srgbClr val="F2EDE3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方案演进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" y="3246120"/>
            <a:ext cx="320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461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 两阶段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锁太长——月级事务不可能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" y="3813048"/>
            <a:ext cx="320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81304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实现太复杂，侵入每个服务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" y="4379976"/>
            <a:ext cx="320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3799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+ 状态机 + 事件溯源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最终选择：补偿 + 前置条件 + 超时控制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73368" y="2788920"/>
            <a:ext cx="525139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56248" y="3227832"/>
            <a:ext cx="4885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每个操作有补偿动作（锁库存 → 释放库存）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状态机定义：前置条件 / 触发事件 / 副作用 / 补偿 / 超时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每个状态变更同步 4–6 个系统，Kafka outbox + 幂等送达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运行结果：3 年零资金差错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做一个「能跑」的状态机 1 个月，做一个「不会出事」的状态机要 2 年。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难点深挖 · 异构协议治理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7：C 撮合引擎 + Java 业务层的异构治理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飞行员不需要会修发动机，但必须知道仪表盘每个数值代表什么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057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负责「快」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：单线程内存撮合，GC 停顿是定时炸弹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负责「稳」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：业务编排灵活，生态丰富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负责「翻译」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：协议转换 / 防腐层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1645920"/>
            <a:ext cx="543427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通信机制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3368" y="2057400"/>
            <a:ext cx="506851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同步：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 over HTTP——二进制、跨语言、体积小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异步：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Socket 服务——低延迟回灌撮合结果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撮合是高频二进制交互，不选 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我的治理抓手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是 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我能直接 review 协议转换代码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7108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2" name="Text 20"/>
          <p:cNvSpPr/>
          <p:nvPr/>
        </p:nvSpPr>
        <p:spPr>
          <a:xfrm>
            <a:off x="3541700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41700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41700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只暴露输入输出，黑盒化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7288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1880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1880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桥接日志 + 指标判断健康度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97467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0" name="Text 28"/>
          <p:cNvSpPr/>
          <p:nvPr/>
        </p:nvSpPr>
        <p:spPr>
          <a:xfrm>
            <a:off x="9162059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62059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熔断限流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62059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连续失败自动熔断降级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团队与 Java 团队独立演进、互不阻塞——异构复杂度全部收敛在 DS 一层。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Socket 长连接可靠性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 Socket 长连接：可靠性与高可用设计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面试官深挖异构通信时的弹药页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120640" cy="54864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50008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数据一致性 · 幂等消费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322576"/>
            <a:ext cx="5120640" cy="5486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3225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可靠传输层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0008" y="23225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ACK + 重试 + 去重 + offset 续传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80944"/>
            <a:ext cx="5120640" cy="5486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连接管理层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50008" y="29809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 + 重连 + 连接池 + 熔断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1888" y="1664208"/>
          <a:ext cx="566287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22776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消息不丢不重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ACK + SETNX 去重 + 指数退避重试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断线自愈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双向心跳 + 退避重连 + offset 续传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最终一致 + 幂等 + 三道对账防线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故障可切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Redis 主从 + 熔断降级 + 无状态化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66928" y="5623560"/>
            <a:ext cx="11057839" cy="65836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2" name="Shape 19"/>
          <p:cNvSpPr/>
          <p:nvPr/>
        </p:nvSpPr>
        <p:spPr>
          <a:xfrm>
            <a:off x="566928" y="5623560"/>
            <a:ext cx="64008" cy="65836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5623560"/>
            <a:ext cx="10692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不只是缓存，还是可靠性持久化底座：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去重表（SETNX）/ 消费 offset / 会话状态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黄金法则：异构系统间不追求强一致，走最终一致 + 对账兜底。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 × 业务模块矩阵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类中间件 × 5 大模块的连接矩阵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主线：以「交易链路一致性」为轴串联所有中间件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410565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我的模块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关键中间件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解决什么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交易模式（挂牌/竞价）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MQ / 分布式锁 / 分布式事务 / 规则引擎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高并发撮合下的状态一致 + 防超卖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履约保证（仓单/质检）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MQ / 工作流引擎 / 对象存储 / CDC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长周期多角色流程编排 + 凭证存证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数据服务（行情/报表）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ES / CDC / 调度 / Redis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海量检索 + 读写分离 + 批处理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规则配置（计费/风控）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规则引擎 / 配置中心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业务规则热更新，不重启生效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生态对接（银行/仓储）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网关 / MQ / 注册中心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多租户路由 + 异步回调 + 服务治理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36752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5367528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536752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不是罗列中间件，而是讲「哪条业务链路需要哪种一致性保证，才选了它」——技术决策挂钩业务结果。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五维价值模型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技术经理的五个价值维度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核心问题：你来了之后发生了什么变化？这些变化是你推动的，还是换个人也一样？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3794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" y="1645920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技术决策 — 选对路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不是「用了 XX 技术」，而是「在 XX 约束下为什么选 A 不选 B」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4261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3856" y="2450592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防患未然 — 阻止灾难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技术经理最高级的价值是「什么都没发生」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2552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流程建设 — 个人能力→团队能力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让「只有你能做的事」变成「没有你团队也能做的事」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059936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3856" y="4059936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 — 业务语言→技术方案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B2B 行业最被低估的价值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864608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5663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3856" y="4864608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团队建设 — 让人变强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「带了几个人」不是数人头，是「你让这些人变强了吗」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77900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779008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77900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被追问「有什么证据」时：</a:t>
            </a:r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年度技术建设规划（四方向）+ 四类落地证据（规范表 / 项目看板 / 技术沉淀 / 故障报告）+ 团队目标数字。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管理三件套 · 从救火到建设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从「救火队长」到「技术领导者」的转型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刚接手时凌晨被电话叫醒是常态——半年内用机制替代亲力亲为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355183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3551834" cy="42062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664208"/>
            <a:ext cx="3277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On-call 轮值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212848"/>
            <a:ext cx="32226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+ 副双岗按周轮值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P0–P3 四级 SLA，P0/P1 24h 复盘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团队独立处理 80% 线上问题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我被叫起：月均 8 次 → 2 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9930" y="1664208"/>
            <a:ext cx="355183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9930" y="1664208"/>
            <a:ext cx="3551834" cy="42062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090" y="1664208"/>
            <a:ext cx="3277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技术债台账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4522" y="2212848"/>
            <a:ext cx="32226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债务项｜风险｜成本｜优先级｜状态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临时方案从隐性 → 显性 → 可控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向上要资源的弹药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 20% 带宽原则固定偿还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2933" y="1664208"/>
            <a:ext cx="355183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2933" y="1664208"/>
            <a:ext cx="3551834" cy="42062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8210093" y="1664208"/>
            <a:ext cx="3277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接口契约治理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37525" y="2212848"/>
            <a:ext cx="32226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Schema 审批 + 事件/消息定义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/ 降级约定 + 数据口径统一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管连线不管黑盒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定制需求不允许污染主链路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754880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754880"/>
            <a:ext cx="64008" cy="502920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754880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被动响应占比从 45% 降至 15% 以下。</a:t>
            </a:r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金句：临时方案不可怕，没有退路、没有记录、没有终点的临时方案才可怕。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非熟悉模块的治理框架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BOUNDARY：怎么管不熟悉的模块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我不靠懂每个模块取胜，靠治理机制让整个系统可控——Manager 与 Senior Engineer 的分水岭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64208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66420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坦诚深度领域边界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286000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86000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28600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契约治理 + 依赖风险地图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907792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907792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9077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接口契约 + SLA + 数据口径三件套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29584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29584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value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专科专注深度，我专注耦合与一致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51376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151376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1513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具体案例：用治理机制兜住事故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773168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773168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77316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持续扩展边界，不追求替代专科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394960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5394960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539496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跨模块事故恢复时间↓，breaking change 归零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01968" y="1664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决策权三档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68" y="1938528"/>
          <a:ext cx="502279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60273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8F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直接拍板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熟悉模块内部设计 + 平台级架构标准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参与不独断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不熟悉模块架构评审 + 重大选型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 + 兜底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不熟悉模块日常实现 + 局部重构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6601968" y="4069080"/>
            <a:ext cx="50227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红线（必须介入）：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资金安全 / 数据合规 / 资损事故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蓝线（授权不干预）：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/ 局部重构 / 性能微调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向上沟通 · 技术翻译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把技术语言翻译成老板语言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黄金公式：现状风险（量化）+ 解决方案（低成本）+ 业务收益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39749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你想说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翻译成老板语言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93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「重构结算模块」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「Q4 大促可能漏账资损，5 人日自动化，杜绝风险」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93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「技术债太多」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「3 个隐患不处理，明年业务翻倍时频繁宕机」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93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「引入监控」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「出问题客户投诉才知道，加监控提前 30 分钟发现」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4014216"/>
            <a:ext cx="11057839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季度技术健康度汇报（一页纸）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" y="4489704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本季度还了 X 项技术债，避免 Y 次潜在事故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系统稳定性：故障次数 / 恢复时长变化趋势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沉淀了 X 个标准件，团队效率提升 Y%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7728" y="4334256"/>
            <a:ext cx="44741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让「看不见的建设工作」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变得可见、可量化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信任建立 → 资源就好要了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能力提升路线图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 12 个月：从救火到跨越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展示学习方法论与进取心——每阶段有可验收的量化目标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91640"/>
            <a:ext cx="2613584" cy="402336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止血（M1–M3）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分级体系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On-call 轮值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技术债台账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35%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89656" y="2715768"/>
            <a:ext cx="182880" cy="146304"/>
          </a:xfrm>
          <a:prstGeom prst="rightArrow">
            <a:avLst/>
          </a:prstGeom>
          <a:solidFill>
            <a:srgbClr val="D9D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1680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1680" y="1691640"/>
            <a:ext cx="2613584" cy="402336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3120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稳定（M4–M6）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7984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需求门控 SOP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覆盖核心链路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TOP5 技术债偿还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27984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25%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04408" y="2715768"/>
            <a:ext cx="182880" cy="146304"/>
          </a:xfrm>
          <a:prstGeom prst="rightArrow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6196432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6432" y="1691640"/>
            <a:ext cx="2613584" cy="402336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6287872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主动（M7–M9）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2736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技术治理专项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参与业务规划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团队能力矩阵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42736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15%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19159" y="2715768"/>
            <a:ext cx="182880" cy="146304"/>
          </a:xfrm>
          <a:prstGeom prst="rightArrow">
            <a:avLst/>
          </a:prstGeom>
          <a:solidFill>
            <a:srgbClr val="D9D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9011183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1183" y="1691640"/>
            <a:ext cx="2613584" cy="402336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9102623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 · 跨越（M10–M12）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57487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年度技术回顾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下一年技术战略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 项创新落地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57487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15%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178808"/>
            <a:ext cx="11057839" cy="1600200"/>
          </a:xfrm>
          <a:prstGeom prst="rect">
            <a:avLst/>
          </a:prstGeom>
          <a:solidFill>
            <a:srgbClr val="F2EDE3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306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三维同步推进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8096" y="4636008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业务理解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L1 执行者 → L3 对等对话者 → L5 业务伙伴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8096" y="4983480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L1 救火队员 → L3 架构把控者 → L5 技术领导者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68096" y="5330952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团队管理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L1 个人英雄 → L3 团队建设者 → L5 组织领导者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技术认知升级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从「排障能手」到「架构决策者」的认知升级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转变路径：经验驱动 → 原理驱动 → 决策驱动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→ 3 个月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408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排障能手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经验驱动 · 碎片知识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「重启就好了」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77056" y="2423160"/>
            <a:ext cx="384048" cy="182880"/>
          </a:xfrm>
          <a:prstGeom prst="rightArrow">
            <a:avLst/>
          </a:prstGeom>
          <a:solidFill>
            <a:srgbClr val="A86A0E"/>
          </a:solidFill>
          <a:ln/>
        </p:spPr>
      </p:sp>
      <p:sp>
        <p:nvSpPr>
          <p:cNvPr id="16" name="Text 14"/>
          <p:cNvSpPr/>
          <p:nvPr/>
        </p:nvSpPr>
        <p:spPr>
          <a:xfrm>
            <a:off x="3785616" y="26609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建立知识树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深度主题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361688" y="173736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原理达人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884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原理驱动 · 系统知识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884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「因为内存碎片率…」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71816" y="2423160"/>
            <a:ext cx="384048" cy="182880"/>
          </a:xfrm>
          <a:prstGeom prst="rightArrow">
            <a:avLst/>
          </a:prstGeom>
          <a:solidFill>
            <a:srgbClr val="A86A0E"/>
          </a:solidFill>
          <a:ln/>
        </p:spPr>
      </p:sp>
      <p:sp>
        <p:nvSpPr>
          <p:cNvPr id="23" name="Text 21"/>
          <p:cNvSpPr/>
          <p:nvPr/>
        </p:nvSpPr>
        <p:spPr>
          <a:xfrm>
            <a:off x="7580376" y="26609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深度训练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PEARL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156448" y="1737360"/>
            <a:ext cx="3200400" cy="15544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9360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360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决策驱动 · 逻辑闭环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9360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「基于 CAP 权衡…」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611880"/>
            <a:ext cx="1105783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739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8096" y="4114800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「事故 → 原理」提炼法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每个问题追问 5 个 Why，沉淀成排查手册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68416" y="4114800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「三层知识树」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大主干 → 分支 → 叶子，碎片知识系统化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" y="4919472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「PEARL」表达法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→ Evidence → Alternative → Reasoning → Lesson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68416" y="4919472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「T 型 + π 型」学习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先扎 1 个深度方向，再横向扩展第二深度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我的三个核心差异化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收尾用一句话，留下印象，然后说「谢谢，有什么问题可以交流」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1105783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64008" cy="9326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1947672"/>
            <a:ext cx="457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89888" y="1755648"/>
            <a:ext cx="7765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驾驭异构架构的能力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撮合 + Java 业务 + Vue 前端——能讲清「为什么这么设计、怎么让它别崩」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55887" y="166420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远比「只会 Spring Boot」稀缺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1105783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43200"/>
            <a:ext cx="64008" cy="9326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026664"/>
            <a:ext cx="457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89888" y="2834640"/>
            <a:ext cx="7765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技术与业务的深度交叉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懂撮合引擎也懂大宗贸易全链路——用业务语言讲技术，用技术语言讲业务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55887" y="2743200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B2B 行业最稀缺的复合型人才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105783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822192"/>
            <a:ext cx="64008" cy="9326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105656"/>
            <a:ext cx="457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89888" y="3913632"/>
            <a:ext cx="7765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从执行者到领导者的转型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On-call / 技术债台账 / 契约治理三件套——把团队从救火拉到主动建设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55887" y="3822192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用机制替代亲力亲为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52928" y="5129784"/>
            <a:ext cx="6485839" cy="0"/>
          </a:xfrm>
          <a:prstGeom prst="line">
            <a:avLst/>
          </a:prstGeom>
          <a:noFill/>
          <a:ln w="19050">
            <a:solidFill>
              <a:srgbClr val="A86A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239512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技术经理的价值不是自己写最多的代码，</a:t>
            </a:r>
            <a:endParaRPr lang="en-US" sz="17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而是让对的决策在正确的框架下发生。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6928" y="618134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</a:t>
            </a:r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186-****-3592 ｜ 815841365@qq.com ｜ 郑州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个人简历介绍 · B2B大宗贸易平台技术经理</dc:title>
  <dc:subject>PptxGenJS Presentation</dc:subject>
  <dc:creator>haswhere</dc:creator>
  <cp:lastModifiedBy>haswhere</cp:lastModifiedBy>
  <cp:revision>1</cp:revision>
  <dcterms:created xsi:type="dcterms:W3CDTF">2026-10-25T12:08:40Z</dcterms:created>
  <dcterms:modified xsi:type="dcterms:W3CDTF">2026-10-25T12:08:40Z</dcterms:modified>
</cp:coreProperties>
</file>