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590C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822960"/>
            <a:ext cx="54864" cy="2377440"/>
          </a:xfrm>
          <a:prstGeom prst="rect">
            <a:avLst/>
          </a:prstGeom>
          <a:solidFill>
            <a:srgbClr val="E8590C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82296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Cookie Token 认证失败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914400" y="1645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5Why 根因分析报告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914400" y="2514600"/>
            <a:ext cx="3200400" cy="0"/>
          </a:xfrm>
          <a:prstGeom prst="line">
            <a:avLst/>
          </a:prstGeom>
          <a:noFill/>
          <a:ln w="19050">
            <a:solidFill>
              <a:srgbClr val="E8590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788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故障现象：</a:t>
            </a:r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公司网络环境下Cookie传递Token认证失败，其他网络正常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3154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最终根因：</a:t>
            </a:r>
            <a:pPr indent="0" marL="0">
              <a:buNone/>
            </a:pPr>
            <a:r>
              <a:rPr lang="en-US" sz="1300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公司出口DLP/WAF设备DPI检测改写Cookie中的Token值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4160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2026-07-22  |  技术团队  |  机密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858000" y="3657600"/>
            <a:ext cx="2286000" cy="1463040"/>
          </a:xfrm>
          <a:prstGeom prst="rect">
            <a:avLst/>
          </a:prstGeom>
          <a:solidFill>
            <a:srgbClr val="1A2744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问题描述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7548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故障现象与关键差异条件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384048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0972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故障现象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77240" y="1600200"/>
            <a:ext cx="54864" cy="347472"/>
          </a:xfrm>
          <a:prstGeom prst="rect">
            <a:avLst/>
          </a:prstGeom>
          <a:solidFill>
            <a:srgbClr val="E8590C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60020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表现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828800" y="160020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登录成功后操作业务功能提示“未登录”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77240" y="2103120"/>
            <a:ext cx="54864" cy="347472"/>
          </a:xfrm>
          <a:prstGeom prst="rect">
            <a:avLst/>
          </a:prstGeom>
          <a:solidFill>
            <a:srgbClr val="E8590C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10312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触发条件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828800" y="210312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必须在公司网络环境下操作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77240" y="2606040"/>
            <a:ext cx="54864" cy="347472"/>
          </a:xfrm>
          <a:prstGeom prst="rect">
            <a:avLst/>
          </a:prstGeom>
          <a:solidFill>
            <a:srgbClr val="E8590C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260604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影响范围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28800" y="260604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该公司网络下所有用户均受影响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77240" y="3108960"/>
            <a:ext cx="54864" cy="347472"/>
          </a:xfrm>
          <a:prstGeom prst="rect">
            <a:avLst/>
          </a:prstGeom>
          <a:solidFill>
            <a:srgbClr val="E8590C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310896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复现率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828800" y="310896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100%（公司网络下必定复现）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77240" y="3611880"/>
            <a:ext cx="54864" cy="347472"/>
          </a:xfrm>
          <a:prstGeom prst="rect">
            <a:avLst/>
          </a:prstGeom>
          <a:solidFill>
            <a:srgbClr val="E8590C"/>
          </a:solidFill>
          <a:ln/>
        </p:spPr>
      </p:sp>
      <p:sp>
        <p:nvSpPr>
          <p:cNvPr id="20" name="Text 18"/>
          <p:cNvSpPr/>
          <p:nvPr/>
        </p:nvSpPr>
        <p:spPr>
          <a:xfrm>
            <a:off x="1005840" y="361188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认证机制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828800" y="361188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Cookie 传递 Token → Redis 验证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09160" y="1005840"/>
            <a:ext cx="388620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937760" y="10972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关键差异条件</a:t>
            </a:r>
            <a:endParaRPr lang="en-US" sz="16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37760" y="1600200"/>
          <a:ext cx="352044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1143000"/>
                <a:gridCol w="114300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维度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公司网络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其他网络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Cookie写入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正常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正常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访问域名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相同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相同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浏览器行为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正常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正常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非iframe触发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同左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同左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操作结果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未登录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正常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Text 22"/>
          <p:cNvSpPr/>
          <p:nvPr/>
        </p:nvSpPr>
        <p:spPr>
          <a:xfrm>
            <a:off x="4937760" y="37947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核心矛盾：Cookie已写入、域名相同、浏览器正常 → 问题不在客户端，在传输路径或服务端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已排除假设清单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7548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三轮分析共排除 9 个假设分支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38862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143000"/>
            <a:ext cx="502920" cy="36576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14300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280160" y="10972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HTTPS卸载+Secure Cookie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280160" y="134416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Cookie已写入浏览器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1737360"/>
            <a:ext cx="38862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" y="1828800"/>
            <a:ext cx="502920" cy="36576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182880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280160" y="17830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域名/子域名不匹配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280160" y="202996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确认使用完全相同域名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48640" y="2423160"/>
            <a:ext cx="38862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" y="2514600"/>
            <a:ext cx="502920" cy="36576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51460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280160" y="24688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浏览器组策略限Cookie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280160" y="271576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同电脑切热点正常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48640" y="3108960"/>
            <a:ext cx="38862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0080" y="3200400"/>
            <a:ext cx="502920" cy="36576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20040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280160" y="31546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SameSite跨站拦截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280160" y="340156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非iframe/跨站触发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48640" y="3794760"/>
            <a:ext cx="38862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40080" y="3886200"/>
            <a:ext cx="502920" cy="36576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388620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280160" y="38404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代理剥离Cookie头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280160" y="408736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代理日志无剥离行为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709160" y="1051560"/>
            <a:ext cx="38862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00600" y="1143000"/>
            <a:ext cx="502920" cy="36576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32" name="Text 30"/>
          <p:cNvSpPr/>
          <p:nvPr/>
        </p:nvSpPr>
        <p:spPr>
          <a:xfrm>
            <a:off x="4800600" y="114300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440680" y="10972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多出口IP+Token绑定IP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440680" y="134416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未开启IP绑定校验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709160" y="1737360"/>
            <a:ext cx="38862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800600" y="1828800"/>
            <a:ext cx="502920" cy="36576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37" name="Text 35"/>
          <p:cNvSpPr/>
          <p:nvPr/>
        </p:nvSpPr>
        <p:spPr>
          <a:xfrm>
            <a:off x="4800600" y="182880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H-1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440680" y="17830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有状态Token跨实例丢失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440680" y="202996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Token存在共享Redis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709160" y="2423160"/>
            <a:ext cx="38862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800600" y="2514600"/>
            <a:ext cx="502920" cy="36576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42" name="Text 40"/>
          <p:cNvSpPr/>
          <p:nvPr/>
        </p:nvSpPr>
        <p:spPr>
          <a:xfrm>
            <a:off x="4800600" y="251460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H-2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440680" y="24688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JWT签名密钥不一致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440680" y="271576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非JWT自验证架构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709160" y="3108960"/>
            <a:ext cx="38862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5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800600" y="3200400"/>
            <a:ext cx="502920" cy="36576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47" name="Text 45"/>
          <p:cNvSpPr/>
          <p:nvPr/>
        </p:nvSpPr>
        <p:spPr>
          <a:xfrm>
            <a:off x="4800600" y="320040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440680" y="31546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Token自身过期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5440680" y="340156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同Token热点网络可用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548640" y="4526280"/>
            <a:ext cx="8046720" cy="411480"/>
          </a:xfrm>
          <a:prstGeom prst="rect">
            <a:avLst/>
          </a:prstGeom>
          <a:solidFill>
            <a:srgbClr val="E8590C">
              <a:alpha val="8000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731520" y="452628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唯一剩余方向：网络中间设备（DLP/WAF/防火墙）改写了请求中的 Cookie 值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5Why 分析  ①  传输层排查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7548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1 → Why 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384048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051560"/>
            <a:ext cx="3840480" cy="365760"/>
          </a:xfrm>
          <a:prstGeom prst="rect">
            <a:avLst/>
          </a:prstGeom>
          <a:solidFill>
            <a:srgbClr val="E8590C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69848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1：为什么会提示'未登录'？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15544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服务端认证拦截器无法读取到有效Token，判定用户未认证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20116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依据：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DevTools Network面板显示业务接口返回401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31520" y="22402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依据：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前端统一拦截器对401响应执行跳转提示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8640" y="26517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48640" y="2971800"/>
            <a:ext cx="384048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2971800"/>
            <a:ext cx="3840480" cy="365760"/>
          </a:xfrm>
          <a:prstGeom prst="rect">
            <a:avLst/>
          </a:prstGeom>
          <a:solidFill>
            <a:srgbClr val="E8590C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2990088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2：为什么读不到有效Token？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31520" y="345643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请求到达服务端的Token值与Redis中存储的原始值不一致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31520" y="391363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依据：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DevTools确认Cookie已写入浏览器且请求头携带Cookie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31520" y="414223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依据：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同Token在热点网络Redis查询正常，排除Redis故障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31520" y="437083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结论：</a:t>
            </a:r>
            <a:pPr indent="0" marL="0">
              <a:buNone/>
            </a:pPr>
            <a:r>
              <a:rPr lang="en-US" sz="900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Token在传输中被篡改，非浏览器侧丢失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09160" y="1051560"/>
            <a:ext cx="388620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92040" y="11430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认证流程排查对照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892040" y="1618488"/>
            <a:ext cx="320040" cy="3200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2" name="Text 20"/>
          <p:cNvSpPr/>
          <p:nvPr/>
        </p:nvSpPr>
        <p:spPr>
          <a:xfrm>
            <a:off x="4892040" y="161848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349240" y="160020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浏览器发出请求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349240" y="180136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Cookie: token=xxx ✅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047488" y="1956816"/>
            <a:ext cx="0" cy="27432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92040" y="2304288"/>
            <a:ext cx="320040" cy="3200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7" name="Text 25"/>
          <p:cNvSpPr/>
          <p:nvPr/>
        </p:nvSpPr>
        <p:spPr>
          <a:xfrm>
            <a:off x="4892040" y="230428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349240" y="228600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服务端提取Token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349240" y="248716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request.getCookie()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047488" y="2642616"/>
            <a:ext cx="0" cy="27432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92040" y="2990088"/>
            <a:ext cx="320040" cy="3200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2" name="Text 30"/>
          <p:cNvSpPr/>
          <p:nvPr/>
        </p:nvSpPr>
        <p:spPr>
          <a:xfrm>
            <a:off x="4892040" y="299008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349240" y="297180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Redis查询Token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349240" y="317296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token → 会话信息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047488" y="3328416"/>
            <a:ext cx="0" cy="27432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892040" y="3675888"/>
            <a:ext cx="320040" cy="32004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7" name="Text 35"/>
          <p:cNvSpPr/>
          <p:nvPr/>
        </p:nvSpPr>
        <p:spPr>
          <a:xfrm>
            <a:off x="4892040" y="367588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349240" y="365760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认证结果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349240" y="385876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公司网络: ❌ Not Found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892040" y="43891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关键：Step1 Cookie已发出，Step2-3失败 → 中间有人改了Token值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5Why 分析  ②  网络设备锁定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7548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3 → Why 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804672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051560"/>
            <a:ext cx="8046720" cy="347472"/>
          </a:xfrm>
          <a:prstGeom prst="rect">
            <a:avLst/>
          </a:prstGeom>
          <a:solidFill>
            <a:srgbClr val="E8590C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69848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3：为什么到达服务端的Token值与Redis存储的不一致？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150876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Token在浏览器 → 服务端的传输路径上，被网络中间设备改写。所有服务端侧假设（IP绑定/多实例密钥/跨实例丢失/过期）均已逐一验证排除。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1847088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排除过程：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IP绑定(未开启) → 多实例密钥(Token存Redis非JWT) → 跨实例(共享Redis) → 过期(热点正常)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21945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48640" y="2514600"/>
            <a:ext cx="80467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" y="2514600"/>
            <a:ext cx="8046720" cy="347472"/>
          </a:xfrm>
          <a:prstGeom prst="rect">
            <a:avLst/>
          </a:prstGeom>
          <a:solidFill>
            <a:srgbClr val="E8590C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532888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4：什么设备会改写Cookie？ — 三种典型场景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31520" y="299923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💥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88720" y="299923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DLP 数据防泄漏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188720" y="3163824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Token（长base64串）被识别为'加密数据外传'，触发拦截/改写/打码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400800" y="299923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Symantec DLP / Forcepoint / 天空卫士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731520" y="338328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📏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88720" y="338328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 Header 规范化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188720" y="354787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代理/网关对Cookie长度或编码做标准化处理，超长截断或URL编码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400800" y="33832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F5 / 深信服上网行为管理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731520" y="3767328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🛡️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88720" y="376732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WAF 误杀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188720" y="393192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Token中字节序列命中SQL注入/XSS正则规则，被删除或替换为占位符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400800" y="376732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长亭 / 阿里云WAF / Cloudflare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548640" y="4297680"/>
            <a:ext cx="8046720" cy="594360"/>
          </a:xfrm>
          <a:prstGeom prst="rect">
            <a:avLst/>
          </a:prstGeom>
          <a:solidFill>
            <a:srgbClr val="E8590C">
              <a:alpha val="8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731520" y="429768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核心证据：Set-Cookie 入站正常（不触发DLP） + Cookie 请求头出站被改（DLP 只查出站）= 非对称拦截模式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5Why 分析  ③  深层根因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7548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80467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051560"/>
            <a:ext cx="8046720" cy="347472"/>
          </a:xfrm>
          <a:prstGeom prst="rect">
            <a:avLst/>
          </a:prstGeom>
          <a:solidFill>
            <a:srgbClr val="E8590C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69848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5：为什么安全设备没有对该Token做白名单处理？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1508760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权限分离：SaaS会员端属外部域名，客户IT不会主动为第三方域名配置DLP例外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1737360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DLP的盲目性：不具备业务语义理解能力，无法区分'认证Token'与'敏感数据泄露'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1965960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Cookie的特殊性：Cookie是DLP/WAF重点监控的HTTP头，检查力度远高于自定义Header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2194560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设计盲区：认证方案默认假设'公网直达'的理想网络，未调研客户网络安全架构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2651760"/>
            <a:ext cx="8046720" cy="2240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31520" y="2743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完整根因因果链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11480" y="3246120"/>
            <a:ext cx="1097280" cy="5943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5" name="Text 13"/>
          <p:cNvSpPr/>
          <p:nvPr/>
        </p:nvSpPr>
        <p:spPr>
          <a:xfrm>
            <a:off x="411480" y="324612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Token仅通过Cookie传递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508760" y="3246120"/>
            <a:ext cx="731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581912" y="3246120"/>
            <a:ext cx="1097280" cy="59436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8" name="Text 16"/>
          <p:cNvSpPr/>
          <p:nvPr/>
        </p:nvSpPr>
        <p:spPr>
          <a:xfrm>
            <a:off x="1581912" y="324612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客户网络部署DLP/WAF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679192" y="3246120"/>
            <a:ext cx="731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52344" y="3246120"/>
            <a:ext cx="1097280" cy="59436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21" name="Text 19"/>
          <p:cNvSpPr/>
          <p:nvPr/>
        </p:nvSpPr>
        <p:spPr>
          <a:xfrm>
            <a:off x="2752344" y="324612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安全设备DPI检测Cookie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849624" y="3246120"/>
            <a:ext cx="731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922776" y="3246120"/>
            <a:ext cx="1097280" cy="5943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4" name="Text 22"/>
          <p:cNvSpPr/>
          <p:nvPr/>
        </p:nvSpPr>
        <p:spPr>
          <a:xfrm>
            <a:off x="3922776" y="324612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base64误命中规则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020056" y="3246120"/>
            <a:ext cx="731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093208" y="3246120"/>
            <a:ext cx="1097280" cy="5943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7" name="Text 25"/>
          <p:cNvSpPr/>
          <p:nvPr/>
        </p:nvSpPr>
        <p:spPr>
          <a:xfrm>
            <a:off x="5093208" y="324612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Cookie值在传输中被改写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190488" y="3246120"/>
            <a:ext cx="731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263640" y="3246120"/>
            <a:ext cx="1097280" cy="5943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0" name="Text 28"/>
          <p:cNvSpPr/>
          <p:nvPr/>
        </p:nvSpPr>
        <p:spPr>
          <a:xfrm>
            <a:off x="6263640" y="324612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Redis查不到匹配Token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7360920" y="3246120"/>
            <a:ext cx="731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434072" y="3246120"/>
            <a:ext cx="1097280" cy="5943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3" name="Text 31"/>
          <p:cNvSpPr/>
          <p:nvPr/>
        </p:nvSpPr>
        <p:spPr>
          <a:xfrm>
            <a:off x="7434072" y="324612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用户看到未登录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11480" y="393192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设计假设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1581912" y="393192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客观环境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3922776" y="393192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安全策略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093208" y="393192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直接原因 → 技术故障 → 业务故障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731520" y="429768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深层根因：认证方案将Token唯一绑定在Cookie上，而Cookie是网络中间安全设备的重点监控对象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590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根本原因总结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8046720" cy="118872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051560"/>
            <a:ext cx="54864" cy="1188720"/>
          </a:xfrm>
          <a:prstGeom prst="rect">
            <a:avLst/>
          </a:prstGeom>
          <a:solidFill>
            <a:srgbClr val="E8590C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14300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直接根因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150876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公司网络出口的安全设备（DLP/WAF/上网行为管理）在对出站HTTP请求进行深度包检测时，将Cookie中的Token（长base64字符串）误判为敏感数据或攻击载荷，对其进行了改写/截断/删除操作，导致到达服务端的Token值与Redis中存储的原始值不一致，认证失败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468880"/>
            <a:ext cx="8046720" cy="9144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2468880"/>
            <a:ext cx="54864" cy="9144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56032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深层根因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2960" y="292608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系统认证方案将Token的唯一传输载体绑定在Cookie上，而Cookie是网络中间安全设备的重点监控对象，缺乏对复杂企业网络环境的容错设计。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703320"/>
            <a:ext cx="8046720" cy="118872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79476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关键证据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22960" y="4160520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Set-Cookie入站正常 + Cookie请求头出站被改 = DLP设备的非对称拦截典型模式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22960" y="4389120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9个假设分支全部排除（客户端/服务端/传输层均验证），唯一剩余方向锁定网络中间设备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22960" y="4617720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同Token在热点网络可正常使用，排除Token自身问题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解决方案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7548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短期应急 + 中期技术改进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384048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005840"/>
            <a:ext cx="3840480" cy="38404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033272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🔧  短期应急（1-3天，客户侧）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1554480"/>
            <a:ext cx="347472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31520" y="1554480"/>
            <a:ext cx="3474720" cy="320040"/>
          </a:xfrm>
          <a:prstGeom prst="rect">
            <a:avLst/>
          </a:prstGeom>
          <a:solidFill>
            <a:srgbClr val="F59E0B">
              <a:alpha val="1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15727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S-1  域名白名单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8680" y="193852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将会员端域名加入DLP/WAF/上网行为管理设备的白名单，跳过对该域名Cookie的深度包检测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68680" y="25146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操作方：客户IT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31520" y="3108960"/>
            <a:ext cx="347472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4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3108960"/>
            <a:ext cx="3474720" cy="320040"/>
          </a:xfrm>
          <a:prstGeom prst="rect">
            <a:avLst/>
          </a:prstGeom>
          <a:solidFill>
            <a:srgbClr val="F59E0B">
              <a:alpha val="1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312724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S-2  临时放行验证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68680" y="349300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客户IT临时关闭对该域名的DPI → 我方验证问题是否消失 → 确认根因后转为永久白名单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68680" y="40690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操作方：客户IT + 我方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709160" y="1005840"/>
            <a:ext cx="388620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09160" y="1005840"/>
            <a:ext cx="3886200" cy="38404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0" name="Text 18"/>
          <p:cNvSpPr/>
          <p:nvPr/>
        </p:nvSpPr>
        <p:spPr>
          <a:xfrm>
            <a:off x="4892040" y="1033272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 中期改进（1-2周，系统侧）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892040" y="1554480"/>
            <a:ext cx="352044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4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92040" y="1554480"/>
            <a:ext cx="3520440" cy="320040"/>
          </a:xfrm>
          <a:prstGeom prst="rect">
            <a:avLst/>
          </a:prstGeom>
          <a:solidFill>
            <a:srgbClr val="0D9488">
              <a:alpha val="1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0" y="15727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M-1  Token支持Authorization Header传递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29200" y="1938528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前端改为 Authorization: Bearer &lt;token&gt;；后端认证过滤器兼容Header和Cookie双通道，优先读Header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029200" y="2560320"/>
            <a:ext cx="640080" cy="219456"/>
          </a:xfrm>
          <a:prstGeom prst="rect">
            <a:avLst/>
          </a:prstGeom>
          <a:solidFill>
            <a:srgbClr val="10B981">
              <a:alpha val="15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0" y="2560320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 推荐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892040" y="3108960"/>
            <a:ext cx="352044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4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892040" y="3108960"/>
            <a:ext cx="3520440" cy="320040"/>
          </a:xfrm>
          <a:prstGeom prst="rect">
            <a:avLst/>
          </a:prstGeom>
          <a:solidFill>
            <a:srgbClr val="2563EB">
              <a:alpha val="1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5029200" y="312724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M-2  Cookie备用 + Header优先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029200" y="3493008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前端优先Header，服务端不支持时降级Cookie；灰度切换，最终Header为主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029200" y="4114800"/>
            <a:ext cx="640080" cy="219456"/>
          </a:xfrm>
          <a:prstGeom prst="rect">
            <a:avLst/>
          </a:prstGeom>
          <a:solidFill>
            <a:srgbClr val="2563EB">
              <a:alpha val="15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5029200" y="4114800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备选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预防措施与改进路线图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7548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长期预防 + 分阶段实施计划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8046720" cy="2148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097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长期预防措施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1554480"/>
            <a:ext cx="365760" cy="3657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554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L-1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234440" y="155448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客户网络环境调研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234440" y="173736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项目启动阶段增加客户网络拓扑与安全策略调研checklist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31520" y="2029968"/>
            <a:ext cx="365760" cy="3657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029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L-2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234440" y="2029968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认证方案设计规范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234440" y="2212848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Token必须同时支持Authorization Header（主）和Cookie（辅）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31520" y="2505456"/>
            <a:ext cx="365760" cy="3657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25054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L-3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234440" y="2505456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企业网络兼容测试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234440" y="2688336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增加DLP/WAF/SSL卸载/多出口IP等模拟测试用例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0" y="1554480"/>
            <a:ext cx="365760" cy="3657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0" y="1554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L-4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074920" y="155448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故障排查知识库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74920" y="173736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本文档纳入知识库，标记为Cookie认证企业网络典型故障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0" y="2029968"/>
            <a:ext cx="365760" cy="3657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0" y="2029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L-5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074920" y="2029968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客户IT对接指引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074920" y="2212848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编写《网络环境要求与安全设备配置指南》供新客户接入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31520" y="3291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改进优先级路线图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48640" y="3703320"/>
            <a:ext cx="178308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4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48640" y="3703320"/>
            <a:ext cx="1783080" cy="2926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" y="370332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40080" y="406908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客户白名单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40080" y="4361688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S-1 / S-2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377440" y="4069080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2560320" y="3703320"/>
            <a:ext cx="178308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4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560320" y="3703320"/>
            <a:ext cx="1783080" cy="2926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6" name="Text 34"/>
          <p:cNvSpPr/>
          <p:nvPr/>
        </p:nvSpPr>
        <p:spPr>
          <a:xfrm>
            <a:off x="2560320" y="370332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2-3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2651760" y="406908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Header 传递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2651760" y="4361688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M-1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389120" y="4069080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4572000" y="3703320"/>
            <a:ext cx="178308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4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572000" y="3703320"/>
            <a:ext cx="1783080" cy="29260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2" name="Text 40"/>
          <p:cNvSpPr/>
          <p:nvPr/>
        </p:nvSpPr>
        <p:spPr>
          <a:xfrm>
            <a:off x="4572000" y="370332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2+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663440" y="406908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双通道灰度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4663440" y="4361688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M-2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400800" y="4069080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583680" y="3703320"/>
            <a:ext cx="178308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4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583680" y="3703320"/>
            <a:ext cx="1783080" cy="292608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48" name="Text 46"/>
          <p:cNvSpPr/>
          <p:nvPr/>
        </p:nvSpPr>
        <p:spPr>
          <a:xfrm>
            <a:off x="6583680" y="370332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持续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675120" y="406908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流程规范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6675120" y="4361688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L-1 ~ L-5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总结与建议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280160" y="1115568"/>
            <a:ext cx="36576" cy="411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1508760" y="111556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根因已锁定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08760" y="1353312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公司出口DLP/WAF设备DPI检测改写Cookie中的Token值，导致服务端Redis验证失败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1280160" y="1938528"/>
            <a:ext cx="36576" cy="411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1508760" y="193852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立即行动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508760" y="2176272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联系客户IT将会员端域名加入DLP/WAF白名单，临时放行验证后转为永久配置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🔧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1280160" y="2761488"/>
            <a:ext cx="36576" cy="411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1508760" y="276148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技术根治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508760" y="2999232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Token传递载体从Cookie改为Authorization Header，从根本上脱离Cookie受安全设备监控的困境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31520" y="3566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🏗️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1280160" y="3584448"/>
            <a:ext cx="36576" cy="411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1508760" y="358444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长期建设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508760" y="3822192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将客户网络环境调研纳入需求阶段，完善企业网络兼容性测试，建立故障知识库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371600" y="4297680"/>
            <a:ext cx="6400800" cy="5486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21" name="Text 19"/>
          <p:cNvSpPr/>
          <p:nvPr/>
        </p:nvSpPr>
        <p:spPr>
          <a:xfrm>
            <a:off x="1554480" y="429768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Cookie不是万能通行证 — 在复杂企业网络环境中，它反而是认证链条中最脆弱的一环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Cookie Token 认证失败 — 5Why 根因分析</dc:title>
  <dc:subject>PptxGenJS Presentation</dc:subject>
  <dc:creator>技术团队</dc:creator>
  <cp:lastModifiedBy>技术团队</cp:lastModifiedBy>
  <cp:revision>1</cp:revision>
  <dcterms:created xsi:type="dcterms:W3CDTF">2026-07-22T12:48:52Z</dcterms:created>
  <dcterms:modified xsi:type="dcterms:W3CDTF">2026-07-22T12:48:52Z</dcterms:modified>
</cp:coreProperties>
</file>