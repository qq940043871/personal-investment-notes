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产品全业务链条 · 运营思路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大宗贸易供应链平台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2011680" cy="36576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业务闭环  |  数据飞轮  |  技术驱动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技术经理视角：我从哪些环节切入、解决了什么问题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汇报人：【您的姓名】  ·  B2B 平台技术经理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平台为什么存在：钻进线下的缝隙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不是“数字化”三个字，而是线下做不了、做不好、做不快的事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651760" cy="2468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24688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信任中介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线下新客户“货到付款 vs 先付全款”互相怕。平台把个人信任变成系统信任——履约率、交易量、客户评价一目了然。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2377440" cy="347472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让客户把生意做到人脉圈之外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51760" cy="2468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71600"/>
            <a:ext cx="64008" cy="246888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交易效率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线下询价 1 天、合同邮寄 3 天、对账 Excel 到崩溃。平台把整条链路数字化：5 天 → 1.5 天。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20440" y="3383280"/>
            <a:ext cx="2377440" cy="347472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客户月交易笔数 20 → 50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2651760" cy="2468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71600"/>
            <a:ext cx="64008" cy="246888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供应链金融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贸易商看到好货却缺钱，银行看不懂大宗不敢放款。平台用真实交易数据做风控，把交易信用变成可用资金。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383280"/>
            <a:ext cx="2377440" cy="347472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线下完全做不到的壁垒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结论：平台的价值不在“替代线下关系”，而在“放大关系”——让老客户做大、让新客户敢来。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业务全链条：一笔交易的生命周期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从挂牌到复购，平台覆盖了 8 个环节——每个环节都对应一个可被技术解决的痛点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463040"/>
            <a:ext cx="1874520" cy="960120"/>
          </a:xfrm>
          <a:prstGeom prst="rect">
            <a:avLst/>
          </a:prstGeom>
          <a:solidFill>
            <a:srgbClr val="1A7F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4630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挂牌报价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58568" y="14630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940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1874520" cy="960120"/>
          </a:xfrm>
          <a:prstGeom prst="rect">
            <a:avLst/>
          </a:prstGeom>
          <a:solidFill>
            <a:srgbClr val="1A7F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4630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询价比价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4630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940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62272" y="1463040"/>
            <a:ext cx="1874520" cy="960120"/>
          </a:xfrm>
          <a:prstGeom prst="rect">
            <a:avLst/>
          </a:prstGeom>
          <a:solidFill>
            <a:srgbClr val="1A7F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62272" y="14630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合同签约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146304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940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01384" y="1463040"/>
            <a:ext cx="1874520" cy="960120"/>
          </a:xfrm>
          <a:prstGeom prst="rect">
            <a:avLst/>
          </a:prstGeom>
          <a:solidFill>
            <a:srgbClr val="1A7F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1384" y="146304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支付履约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697480"/>
            <a:ext cx="1874520" cy="960120"/>
          </a:xfrm>
          <a:prstGeom prst="rect">
            <a:avLst/>
          </a:prstGeom>
          <a:solidFill>
            <a:srgbClr val="D494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6974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仓储物流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58568" y="269748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23160" y="2697480"/>
            <a:ext cx="1874520" cy="960120"/>
          </a:xfrm>
          <a:prstGeom prst="rect">
            <a:avLst/>
          </a:prstGeom>
          <a:solidFill>
            <a:srgbClr val="D494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26974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收货验收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269748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62272" y="2697480"/>
            <a:ext cx="1874520" cy="960120"/>
          </a:xfrm>
          <a:prstGeom prst="rect">
            <a:avLst/>
          </a:prstGeom>
          <a:solidFill>
            <a:srgbClr val="D494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62272" y="26974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结算开票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36792" y="2697480"/>
            <a:ext cx="164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01384" y="2697480"/>
            <a:ext cx="1874520" cy="960120"/>
          </a:xfrm>
          <a:prstGeom prst="rect">
            <a:avLst/>
          </a:prstGeom>
          <a:solidFill>
            <a:srgbClr val="D494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01384" y="26974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售后复购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环节 ④⑤ 衔接处是资金与货权的风险高地，也是技术投入最重的地方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链条前半段：让“找货—谈价—签约”不再靠腿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信息流与交易达成 · 技术把不确定性变成确定性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229600" cy="9601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96012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挂牌报价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15270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价格随期货实时波动，库存必须真实，报价要可比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期交所行情→Redis毫秒推送；WMS库存实时校验防超卖；标准化编码支持一键比价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8229600" cy="9601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87168"/>
            <a:ext cx="64008" cy="96012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合同签约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31720" y="259689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大宗合同十几页、金额千万级，审批链条长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2990088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智能模板 80% 自动生成 + 审批流引擎 + e签宝/法大大电子签章 + 归档 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557016"/>
            <a:ext cx="8229600" cy="9601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557016"/>
            <a:ext cx="64008" cy="96012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75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信用评估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31720" y="366674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新客户敢不敢做、给多少额度，不能靠“感觉”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4059936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工商数据 + 历史交易→评级模型；Drools 规则引擎热更新，改规则不用发版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链条后半段：让“钱、货、票”三单一致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履约与资金 · 这是金融级精确性的主战场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229600" cy="9601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96012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支付结算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15270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保证金/进度款/尾款分多次付，金额巨大，账务复杂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支付计划引擎自动生成；银企直连统一网关适配多银行；Kafka 通知风控/财务/仓储，保证三系统一致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8229600" cy="9601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87168"/>
            <a:ext cx="64008" cy="96012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仓储物流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31720" y="259689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一货多押、库存不准、物流不透明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2990088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 实时同步库存；电子仓单+区块链存证防重复质押；GPS/物联网实时可查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557016"/>
            <a:ext cx="8229600" cy="9601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557016"/>
            <a:ext cx="64008" cy="96012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75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质检异议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31720" y="366674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证据分散、处理周期长（2-4 周）、赔付无标准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4059936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  </a:t>
            </a:r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异议工单系统（自动分派+24h超时升级）；历史案例库 ES 全文检索，赔付有据可依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运营思路①：让数据越用越值钱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客户运营飞轮 —— 核心驱动力不是流量，是每笔交易沉淀的数据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1554480"/>
            <a:ext cx="2286000" cy="2286000"/>
          </a:xfrm>
          <a:prstGeom prst="ellipse">
            <a:avLst/>
          </a:prstGeom>
          <a:solidFill>
            <a:srgbClr val="1A7F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554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飞轮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331720" cy="1051560"/>
          </a:xfrm>
          <a:prstGeom prst="rect">
            <a:avLst/>
          </a:prstGeom>
          <a:solidFill>
            <a:srgbClr val="152C42"/>
          </a:solidFill>
          <a:ln w="19050">
            <a:solidFill>
              <a:srgbClr val="1A7F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4721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更多买方来平台找货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比价方便 + 信用保障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331720" cy="1051560"/>
          </a:xfrm>
          <a:prstGeom prst="rect">
            <a:avLst/>
          </a:prstGeom>
          <a:solidFill>
            <a:srgbClr val="152C42"/>
          </a:solidFill>
          <a:ln w="19050">
            <a:solidFill>
              <a:srgbClr val="1A7F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4721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卖方获更多订单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买方得更好价格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82512" y="1984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超出人脉圈 / 多家竞争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2331720" cy="1051560"/>
          </a:xfrm>
          <a:prstGeom prst="rect">
            <a:avLst/>
          </a:prstGeom>
          <a:solidFill>
            <a:srgbClr val="152C42"/>
          </a:solidFill>
          <a:ln w="19050">
            <a:solidFill>
              <a:srgbClr val="D494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平台积累数据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交易·履约·仓单流转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2331720" cy="1051560"/>
          </a:xfrm>
          <a:prstGeom prst="rect">
            <a:avLst/>
          </a:prstGeom>
          <a:solidFill>
            <a:srgbClr val="152C42"/>
          </a:solidFill>
          <a:ln w="19050">
            <a:solidFill>
              <a:srgbClr val="D494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数据产生金融&amp;增值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供应链金融 / 价格预测 / 采购建议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29000" y="3977640"/>
            <a:ext cx="2331720" cy="1051560"/>
          </a:xfrm>
          <a:prstGeom prst="rect">
            <a:avLst/>
          </a:prstGeom>
          <a:solidFill>
            <a:srgbClr val="152C4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02152" y="40325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更多客户愿意留下来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02152" y="4544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粘性更强，离开成本更高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运营思路②：四方价值网络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平台不是单边工具，而是一个让四方都“算得过来账”的协作网络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13258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买方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找到货、比到价、放心买。采购团队 5 人干的活，3 人就干完，省下的人去开新客户。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64008" cy="132588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卖方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9842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货卖得快、卖得安全。第一个月上线客户平均交易量涨 30%，触达原人脉圈外的买家。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26080"/>
            <a:ext cx="64008" cy="132588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看懂大宗、敢放款。基于不可篡改交易与仓单数据，不良率比传统模式低 60%。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64008" cy="13258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4930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沉淀数据资产、强化飞轮。离开成本越高，客户越离不开，形成时间壁垒。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运营思路③：在客户说“不续了”之前介入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客户成功机制 —— 用健康度模型把“感觉”变成“指标”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客户健康度模型（四维加权）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57600" cy="384048"/>
          </a:xfrm>
          <a:prstGeom prst="rect">
            <a:avLst/>
          </a:prstGeom>
          <a:solidFill>
            <a:srgbClr val="F8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64008" cy="38404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登录频率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0.2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657600" cy="384048"/>
          </a:xfrm>
          <a:prstGeom prst="rect">
            <a:avLst/>
          </a:prstGeom>
          <a:solidFill>
            <a:srgbClr val="F8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40280"/>
            <a:ext cx="64008" cy="38404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核心功能使用率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0.4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657600" cy="384048"/>
          </a:xfrm>
          <a:prstGeom prst="rect">
            <a:avLst/>
          </a:prstGeom>
          <a:solidFill>
            <a:srgbClr val="F8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97480"/>
            <a:ext cx="64008" cy="38404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交易完成率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697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0.3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3657600" cy="384048"/>
          </a:xfrm>
          <a:prstGeom prst="rect">
            <a:avLst/>
          </a:prstGeom>
          <a:solidFill>
            <a:srgbClr val="F8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154680"/>
            <a:ext cx="64008" cy="38404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54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问题响应满意度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0.1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3657600" cy="45720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综合分 &lt; 60 → 自动触发客户成功经理介入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 &amp; 提效工具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783080"/>
            <a:ext cx="1097280" cy="438912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1783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1783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需求调研 / Demo / ROI 测算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2331720"/>
            <a:ext cx="1097280" cy="438912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2331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23317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 / 数据迁移 / 灰度上线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2880360"/>
            <a:ext cx="1097280" cy="438912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28803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28803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健康度监控 / 流失预警 / 续费增购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520440"/>
            <a:ext cx="4160520" cy="640080"/>
          </a:xfrm>
          <a:prstGeom prst="rect">
            <a:avLst/>
          </a:prstGeom>
          <a:solidFill>
            <a:srgbClr val="F8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数据导入工具：模板批量导入 + 自动校验，新客户从签约到用起来的时间压缩一半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我作为技术经理，解决了什么问题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从“救火队长”到“平台操盘手”——三个层面系统性破局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2377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237744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系统不崩、钱不错、货不丢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驾驭 C+Java+Vue 异构架构，用 Saga 长事务与韧性设计守住金融级底线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51760" cy="2377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17320"/>
            <a:ext cx="64008" cy="237744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上线快、能做金融、可深度定制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044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把行业 Know-how 沉淀为配置化引擎，让新客户一周上线、让数据长出金融能力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2651760" cy="2377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417320"/>
            <a:ext cx="64008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5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团队稳、债可控、风险有机制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用台账管债、契约管接口、On-call 管稳定性，从个人扛雷到体系兜底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一句话定位：我做的不是“写代码”，是把一个高客单价、长链条、多方协作的 B2B 系统，收拾成“不出事、能长大”的平台。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解决的问题①：架构与稳定性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让一个异构、长事务、强依赖外部的系统“平时稳、峰值不崩”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74980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异构架构治理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撮合引擎 + Java 中台 + Vue 三端协同， DS 数据中心用 TCP 自定义报文接 C、Hessian 接 Java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31136"/>
            <a:ext cx="64008" cy="74980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3113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长事务一致性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0" y="223113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一笔交易跨 3 个月、十几个状态，用 Saga+状态机+事件溯源保证资金、货权、账务三方一致 —— 3 年零资金差错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090672"/>
            <a:ext cx="64008" cy="749808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90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外部依赖韧性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43200" y="3090672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银行/WMS/税务/物流任一故障都变成我的故障；超时/重试/熔断/降级四层防护，可用率 99.95%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950208"/>
            <a:ext cx="64008" cy="74980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5020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极端流量治理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43200" y="395020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冬储期流量 5-10 倍暴增，交易链路独立部署 + 核心查询强制走索引 + 冬储前全链路压测 —— 冬储零 P0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解决的问题②：业务价值转化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把技术能力翻译成客户听得懂、愿意付钱的“业务语言”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74980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多租户配置化引擎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每个大客户合同/结算/风控规则不同；用策略模式+规则引擎解耦，新客户 1 周上线 vs 竞品 2 个月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31136"/>
            <a:ext cx="64008" cy="74980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3113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金融级精确计算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0" y="223113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金额强制 DECIMAL、扣款走数据库行锁、支付计划引擎自动生成 —— 财务对账无差异，告别“差几分钱”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090672"/>
            <a:ext cx="64008" cy="749808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90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仓单区块链存证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43200" y="3090672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电子仓单+区块链+IoT 三道防线防一货多押，资金方敢按应收 80% 放款，不良率显著低于传统模式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8229600" cy="749808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950208"/>
            <a:ext cx="64008" cy="74980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5020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数据飞轮驱动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43200" y="395020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交易/仓单/履约数据越积越厚，金融服务利率更低、客户离开成本更高 —— 钱买不来的时间壁垒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解决的问题③：技术管理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从“我一个人扛”，到“体系兜底”——让团队不再依赖某个人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13258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技术债台账治理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建立技术债台账，按风险/影响排序，迭代中强制消债；从被动救火到主动治理。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64008" cy="132588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契约治理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对外 9+ 接口建契约与监控，接口健康度看板；外部故障不再“背锅式”拖垮业务。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26080"/>
            <a:ext cx="64008" cy="132588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稳定性机制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轮值 + 事故复盘不追责只追改进项；冬储预案、限流、降级成为制度而非临时抱佛脚。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23360" cy="1325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64008" cy="13258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复合团队培养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既懂 C 撮合又懂大宗全链路的复合人才市场稀缺，用 2-3 年真实业务场景沉淀带队伍。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核心成果：用数字说话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" cy="4114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技术投入最终都落在“业务结果”上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11430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2606040" cy="1143000"/>
          </a:xfrm>
          <a:prstGeom prst="rect">
            <a:avLst/>
          </a:prstGeom>
          <a:solidFill>
            <a:srgbClr val="152C42"/>
          </a:solidFill>
          <a:ln w="19050">
            <a:solidFill>
              <a:srgbClr val="1A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微服务集群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06040" cy="11430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606040" cy="1143000"/>
          </a:xfrm>
          <a:prstGeom prst="rect">
            <a:avLst/>
          </a:prstGeom>
          <a:solidFill>
            <a:srgbClr val="152C42"/>
          </a:solidFill>
          <a:ln w="19050">
            <a:solidFill>
              <a:srgbClr val="D494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5天→1.5天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单笔交易周期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606040" cy="11430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54480"/>
            <a:ext cx="2606040" cy="1143000"/>
          </a:xfrm>
          <a:prstGeom prst="rect">
            <a:avLst/>
          </a:prstGeom>
          <a:solidFill>
            <a:srgbClr val="152C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3年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080760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零资金差错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606040" cy="11430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926080"/>
            <a:ext cx="2606040" cy="1143000"/>
          </a:xfrm>
          <a:prstGeom prst="rect">
            <a:avLst/>
          </a:prstGeom>
          <a:solidFill>
            <a:srgbClr val="152C42"/>
          </a:solidFill>
          <a:ln w="19050">
            <a:solidFill>
              <a:srgbClr val="1A7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99.95%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02920" y="3639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606040" cy="11430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926080"/>
            <a:ext cx="2606040" cy="1143000"/>
          </a:xfrm>
          <a:prstGeom prst="rect">
            <a:avLst/>
          </a:prstGeom>
          <a:solidFill>
            <a:srgbClr val="152C42"/>
          </a:solidFill>
          <a:ln w="19050">
            <a:solidFill>
              <a:srgbClr val="D494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1周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3291840" y="3639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新客户上线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606040" cy="11430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26080"/>
            <a:ext cx="2606040" cy="1143000"/>
          </a:xfrm>
          <a:prstGeom prst="rect">
            <a:avLst/>
          </a:prstGeom>
          <a:solidFill>
            <a:srgbClr val="152C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6080760" y="3639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冬储期 P0 事故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技术驱动业务增长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让“信任”成为系统的能力，让“数据”成为平台的资产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011680" cy="36576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 · 欢迎就业务链条与技术方案深入交流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汇报人：【您的姓名】  ·  B2B 平台技术经理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产品全业务链条 · 运营思路 · 技术经理价值</dc:title>
  <dc:subject>PptxGenJS Presentation</dc:subject>
  <dc:creator>B2B Tech Manager</dc:creator>
  <cp:lastModifiedBy>B2B Tech Manager</cp:lastModifiedBy>
  <cp:revision>1</cp:revision>
  <dcterms:created xsi:type="dcterms:W3CDTF">2026-07-18T14:42:14Z</dcterms:created>
  <dcterms:modified xsi:type="dcterms:W3CDTF">2026-07-18T14:42:14Z</dcterms:modified>
</cp:coreProperties>
</file>