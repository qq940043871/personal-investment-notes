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用15秒带过，不要在封面上停留。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这一页是定调。面试官30秒内对你形成第一印象，这三个标签要刻在他脑子里。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用数据建立可信度。"三年零资金差错"是最有力的一句话。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这是你最有料的一页。先讲四层架构（30秒），再重点展开双核驱动（1分钟），最后扫一遍外部接口矩阵（30秒）。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这是你的技术杀手锏。关键金句："不把Java写进C撮合引擎，也不把C逻辑外泄到Java业务层，用DS做翻译官——这是异构架构的经典范式。"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快速扫一遍即可，重点是让面试官看到你驾驭的技术广度。不逐个讲，等他追问。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这页展示你的管理成熟度。关键金句："高级技术经理的标志是知道什么该管、什么该放。我守心脏，不管全部。"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这页把所有技术点串成一条链。金句："中间件不是孤立的，一笔交易经过Redis、分布式锁、MQ、Saga、规则引擎、CDC、ES——这套组合解决高并发撮合+长周期一致+规则热更三件最难的事。"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用业务语言讲，不要用技术语言。金句："大宗跟淘宝不一样，价格跟着期货走，一笔交易几百万，合同十几页，付款分三四次。"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从下往上讲。效率→风险→增长，层层递进。最后强调："第三层是壁垒——没有交易数据，谁也做不了供应链金融。"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金句："线下老关系当然信任强，但拓展新客户时信任为零。平台把'你跟张老板熟不熟'变成了'系统数据显示履约率97%'。"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竞品对比一句话收尾："传统软件厂商有产品没数据，纯交易平台有交易没深入行业，银行系有钱但没交易数据。"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快速过一遍，挑面试官可能感兴趣的2-3个展开。建议重点讲：跨月长事务、异构协议治理、外部系统稳定性。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金句："电商的事务是秒级的，不行就退款。我们一笔交易跨3个月，货发了不能回滚、钱付了不能撤回。"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这是异构治理的核心展示页。DS桥接层是防腐层设计模式的经典实践，体现你对跨语言系统协作的深度理解。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如果面试官深挖异构通信可靠性，这页是你的弹药。金句："异构系统间不追求强一致，走最终一致+对账兜底——这是跨语言通信的黄金法则。"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这页展示中间件不是孤立使用的，而是围绕交易链路一致性有机组合。面试官追问任何中间件都能展开讲。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这五个维度是技术经理价值评估的完整框架。面试时每个维度准备一个真实案例。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金句："临时方案不可怕，没有退路、没有记录、没有终点的临时方案才可怕。"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金句："我不靠懂每个模块取胜，靠治理机制让整个系统可控。这是技术Manager区别于Senior Engineer的分水岭。"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向上沟通是技术经理的关键软技能。核心是把技术语言翻译成业务语言，用风险和收益驱动决策。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路线图展示你有清晰的自我提升计划，从止血到跨越，每个阶段都有明确目标和可衡量指标。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展示你的学习方法和成长路径，让面试官看到你不只是经验丰富，而且有系统化的提升方法论。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用这句话收尾，留下深刻印象。然后说"谢谢，有什么问题可以交流"。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61520" cy="27432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800" b="1">
                <a:solidFill>
                  <a:srgbClr val="1E2761"/>
                </a:solidFill>
              </a:rPr>
              <a:t>B2B大宗贸易供应链平台技术负责人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800">
                <a:solidFill>
                  <a:srgbClr val="1E2761"/>
                </a:solidFill>
              </a:rPr>
              <a:t>大宗商品交易平台 · 业务中台技术负责人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C+Java异构架构 | 交易撮合 | 履约保证 | 生态对接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服务10+大宗贸易客户 | 覆盖煤炭/石油/铝矿/林产品 | 三年零资金差错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4754880"/>
            <a:ext cx="48463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188720"/>
            <a:ext cx="54864" cy="4389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我做什么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b="1">
                <a:solidFill>
                  <a:srgbClr val="1E2761"/>
                </a:solidFill>
              </a:rPr>
              <a:t>负责大宗商品B2B交易平台的业务中台</a:t>
            </a:r>
            <a:endParaRPr lang="en-US" sz="1300" dirty="0"/>
          </a:p>
          <a:p/>
          <a:p/>
          <a:p/>
          <a:p/>
        </p:txBody>
      </p:sp>
      <p:sp>
        <p:nvSpPr>
          <p:cNvPr id="10" name="Text 8"/>
          <p:cNvSpPr/>
          <p:nvPr/>
        </p:nvSpPr>
        <p:spPr>
          <a:xfrm>
            <a:off x="77724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6454F"/>
                </a:solidFill>
              </a:rPr>
              <a:t>负责大宗商品B2B交易平台的业务中台，管理交易撮合、履约保证、数据服务、规则配置、生态对接五大模块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  <a:p/>
          <a:p>
            <a:r>
              <a:rPr sz="1300">
                <a:solidFill>
                  <a:srgbClr val="36454F"/>
                </a:solidFill>
              </a:rPr>
              <a:t>平台采用C语言纳秒级撮合 + Java微服务业务编排 + DS异构桥接层的四层架构，对接银行、物流、税务等9+外部系统</a:t>
            </a:r>
          </a:p>
          <a:p/>
          <a:p>
            <a:r>
              <a:rPr sz="1300">
                <a:solidFill>
                  <a:srgbClr val="36454F"/>
                </a:solidFill>
              </a:rPr>
              <a:t>覆盖煤炭、石油、铝矿、林产品等多品类，服务广西北部湾、福建东盟、豫煤交易等10+行业客户</a:t>
            </a:r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035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54864" cy="4389120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我的差异化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2057400"/>
            <a:ext cx="320040" cy="320040"/>
          </a:xfrm>
          <a:prstGeom prst="ellipse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1E2761"/>
                </a:solidFill>
              </a:rPr>
              <a:t>驾驭C+Java异构四层架构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36454F"/>
                </a:solidFill>
              </a:rPr>
              <a:t>能讲清"C做撮合、Java做编排、DS做翻译"的每一层设计理由</a:t>
            </a:r>
            <a:endParaRPr lang="en-US" sz="1200" dirty="0"/>
          </a:p>
          <a:p>
            <a:r>
              <a:rPr sz="1200">
                <a:solidFill>
                  <a:srgbClr val="36454F"/>
                </a:solidFill>
              </a:rPr>
              <a:t>——市场极度稀缺的异构治理经验</a:t>
            </a:r>
          </a:p>
        </p:txBody>
      </p:sp>
      <p:sp>
        <p:nvSpPr>
          <p:cNvPr id="18" name="Shape 16"/>
          <p:cNvSpPr/>
          <p:nvPr/>
        </p:nvSpPr>
        <p:spPr>
          <a:xfrm>
            <a:off x="6537960" y="3246120"/>
            <a:ext cx="320040" cy="320040"/>
          </a:xfrm>
          <a:prstGeom prst="ellipse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1E2761"/>
                </a:solidFill>
              </a:rPr>
              <a:t>深度理解大宗贸易全链路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36454F"/>
                </a:solidFill>
              </a:rPr>
              <a:t>从挂牌到结算，懂每一个环节的业务逻辑</a:t>
            </a:r>
            <a:endParaRPr lang="en-US" sz="1200" dirty="0"/>
          </a:p>
          <a:p>
            <a:r>
              <a:rPr sz="1200">
                <a:solidFill>
                  <a:srgbClr val="36454F"/>
                </a:solidFill>
              </a:rPr>
              <a:t>——B2B行业最稀缺的复合型人才</a:t>
            </a:r>
          </a:p>
        </p:txBody>
      </p:sp>
      <p:sp>
        <p:nvSpPr>
          <p:cNvPr id="22" name="Shape 20"/>
          <p:cNvSpPr/>
          <p:nvPr/>
        </p:nvSpPr>
        <p:spPr>
          <a:xfrm>
            <a:off x="6537960" y="4434840"/>
            <a:ext cx="320040" cy="320040"/>
          </a:xfrm>
          <a:prstGeom prst="ellipse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1E2761"/>
                </a:solidFill>
              </a:rPr>
              <a:t>三年零资金差错 + 冬储零P0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36454F"/>
                </a:solidFill>
              </a:rPr>
              <a:t>Saga最终一致 + 自动对账兜底</a:t>
            </a:r>
            <a:endParaRPr lang="en-US" sz="1200" dirty="0"/>
          </a:p>
          <a:p>
            <a:r>
              <a:rPr sz="1200">
                <a:solidFill>
                  <a:srgbClr val="36454F"/>
                </a:solidFill>
              </a:rPr>
              <a:t>——金融级系统可靠性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开场定位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097280"/>
            <a:ext cx="54864" cy="2286000"/>
          </a:xfrm>
          <a:prstGeom prst="rect">
            <a:avLst/>
          </a:prstGeom>
          <a:solidFill>
            <a:srgbClr val="2D5A8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平台规模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多年平台稳定运营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累计数十亿级交易额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10+行业客户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54864" cy="2286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12+微服务集群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9+外部系统对接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36454F"/>
                </a:solidFill>
              </a:rPr>
              <a:t>C+Java异构四层架构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 5天→1.5天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对账效率 3天→2小时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 20→50笔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09360" y="3657600"/>
            <a:ext cx="54864" cy="2286000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3年零资金差错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99.95% 系统可用率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冬储零P0事故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>
                <a:solidFill>
                  <a:srgbClr val="999999"/>
                </a:solidFill>
              </a:rPr>
              <a:t>数据基于平台真实运营情况，具体数字可按实际填充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系统架构全景图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solidFill>
            <a:srgbClr val="3B6EA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05840"/>
            <a:ext cx="210312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005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外部大屏  |  普通客户  |  机构客户  (PC + 移动端)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91640"/>
            <a:ext cx="210312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691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1/2/3 + midmon  →  鉴权 / 限流 / 路由 / 监控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155448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77440"/>
            <a:ext cx="2103120" cy="1554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774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业务中台（核心）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solidFill>
            <a:srgbClr val="3B6EA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69080"/>
            <a:ext cx="210312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69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0690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MySQL×2 (主从)  +  MinIO (对象存储)  +  文件服务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solidFill>
            <a:srgbClr val="47556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54880"/>
            <a:ext cx="210312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外部生态接口 (9+)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4754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物流WMS / CTRM / 税务 / 仓储 / 短信 / 证书 / 企查查 / 供应链金融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514600"/>
            <a:ext cx="256032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2514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10+模块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514600"/>
            <a:ext cx="256032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514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DS数据中心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(Java)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2514600"/>
            <a:ext cx="256032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514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(C语言)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32461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业务服务集群 (12+微服务)：认证 / 用户 / 账本 / 合同 / 资金 / 运力 / 挂牌 / 竞价 / 类目 / 风控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双核驱动 — 异构架构核心设计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80360" y="1097280"/>
            <a:ext cx="640080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036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业务编排层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03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/ 风控 / 结算 / 报表 / 生态对接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0" cy="274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1792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 over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5486400" cy="73152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(Java)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协议转换 / 防腐层 (Anti-Corruption Layer) / 收敛异构复杂度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971800"/>
            <a:ext cx="0" cy="27432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1792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二进制协议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3291840"/>
            <a:ext cx="4572000" cy="731520"/>
          </a:xfrm>
          <a:prstGeom prst="rect">
            <a:avLst/>
          </a:prstGeom>
          <a:solidFill>
            <a:srgbClr val="47556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 (C语言)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单线程内存撮合 · 异步落库 · 纳秒级延迟 · 无GC停顿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38912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核心设计理念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C 负责"快" — 撮合不能有GC停顿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Java 负责"稳" — 业务编排灵活可迭代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DS 负责"翻译" — 异构复杂度收敛在一层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5349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两团队各自独立演进，互不阻塞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10642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1828800" cy="612648"/>
          </a:xfrm>
          <a:prstGeom prst="rect">
            <a:avLst/>
          </a:prstGeom>
          <a:solidFill>
            <a:srgbClr val="3B82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051560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Vue前端(三端) + Nginx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09928"/>
            <a:ext cx="11064240" cy="6126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09928"/>
            <a:ext cx="1828800" cy="612648"/>
          </a:xfrm>
          <a:prstGeom prst="rect">
            <a:avLst/>
          </a:prstGeom>
          <a:solidFill>
            <a:srgbClr val="2D5A8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09928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1709928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midservice(Java自研) + midmon(监控)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110642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68296"/>
            <a:ext cx="1828800" cy="612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68296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368296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Java微服务(Spring Cloud) · DS数据中心(Hessian+Socket) · 交易核心(C语言, 内存撮合)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26664"/>
            <a:ext cx="11064240" cy="6126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26664"/>
            <a:ext cx="1828800" cy="612648"/>
          </a:xfrm>
          <a:prstGeom prst="rect">
            <a:avLst/>
          </a:prstGeom>
          <a:solidFill>
            <a:srgbClr val="3B82A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26664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3026664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MySQL×2(主从) + Redis(缓存) + MinIO(对象存储) + ES(全文搜索)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85032"/>
            <a:ext cx="110642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85032"/>
            <a:ext cx="1828800" cy="6126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8503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3685032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RocketMQ(事务消息) / RabbitMQ(业务异步) / Canal(CDC) / XXL-Job(调度) / Redisson(锁) / Drools(规则)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064240" cy="6126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1828800" cy="6126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43400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4343400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K8s / GitLab CI/CD / Prometheus + Grafana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01768"/>
            <a:ext cx="110642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001768"/>
            <a:ext cx="1828800" cy="6126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001768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外部对接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60320" y="5001768"/>
            <a:ext cx="886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物流WMS / CTRM / 税务 / 电子签章 / 企查查 / 供应链金融 (9+外部接口)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技术深度区 vs 治理区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5029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深度区（直接掌控）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交易模式（挂牌/竞价/询价/代采）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履约保证（仓单/质检/交收）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数据服务（行情/报表/对账）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规则配置（计费/风控/促销）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生态对接（银行/仓储/物流/税）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平台耦合最复杂的"心脏"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直接review代码、做架构决策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54864" cy="5029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治理区（契约管理）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 交易核心 (C撮合)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通过DS桥接层 + 可观测性管控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 财务清结算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通过接口契约 + SLA管控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  物流执行 / 风控引擎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通过依赖风险地图管控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管"连线"不管"黑盒内部"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守住接口、SLA、爆炸半径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管理理念：用机制替代亲力亲为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一笔交易的技术链路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系统架构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32004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买方下单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64592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1828800"/>
            <a:ext cx="32004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 midservice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限流 / 路由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237744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2560320"/>
            <a:ext cx="32004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560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交易服务 (Java)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310896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3291840"/>
            <a:ext cx="320040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291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→ C撮合引擎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Hessian序列化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3840480"/>
            <a:ext cx="0" cy="1828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4023360"/>
            <a:ext cx="3200400" cy="548640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撮合成功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256032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514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SETNX → 防重复提交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288036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Redis分布式锁 → 防超卖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29184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DS数据中心 → Hessian → C撮合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361188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C撮合结果异步落库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402336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RocketMQ事务消息 → 通知4个下游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434340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Saga分布式事务 → 最终一致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466344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Drools规则引擎 → 实时计费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4983480"/>
            <a:ext cx="13716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4937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Canal → binlog同步缓存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全链路可观测：traceId + Prometheus + Grafana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大宗交易全链路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234440" cy="73152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1.挂牌报价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83664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01368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371600"/>
            <a:ext cx="1234440" cy="73152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2.询价撮合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82696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0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371600"/>
            <a:ext cx="1234440" cy="73152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3.合同签约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99432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1371600"/>
            <a:ext cx="123444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64024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4.备货发货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98464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371600"/>
            <a:ext cx="123444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63056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5.收货验收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79792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97496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1371600"/>
            <a:ext cx="123444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62088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6.结算支付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78824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796528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1371600"/>
            <a:ext cx="1234440" cy="731520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0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7.收款对账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77856" y="1371600"/>
            <a:ext cx="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95560" y="173736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60152" y="1371600"/>
            <a:ext cx="1234440" cy="731520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60152" y="1371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8.售后服务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292608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29260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线下传统模式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7240" y="3520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交易周期：5-7天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月交易量：20笔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人工对账，依赖个人关系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92608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29260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平台数字化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7960" y="3520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交易周期：1-1.5天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月交易量：50笔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自动对账+开票，系统信任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"大宗跟淘宝不一样：价格跟着期货走，一笔交易几百万，合同十几页，付款分三四次。"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平台三层价值结构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solidFill>
            <a:srgbClr val="FFD60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第三层：增长价值（最高级）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36454F"/>
                </a:solidFill>
              </a:rPr>
              <a:t>供应链金融：交易数据→金融资产</a:t>
            </a:r>
            <a:endParaRPr lang="en-US" sz="1200" dirty="0"/>
          </a:p>
          <a:p>
            <a:r>
              <a:rPr sz="1200">
                <a:solidFill>
                  <a:srgbClr val="36454F"/>
                </a:solidFill>
              </a:rPr>
              <a:t>月交易量 20→50笔</a:t>
            </a:r>
          </a:p>
          <a:p>
            <a:r>
              <a:rPr sz="1200">
                <a:solidFill>
                  <a:srgbClr val="36454F"/>
                </a:solidFill>
              </a:rPr>
              <a:t>采购效率提升40%</a:t>
            </a:r>
          </a:p>
          <a:p>
            <a:r>
              <a:rPr sz="1200">
                <a:solidFill>
                  <a:srgbClr val="36454F"/>
                </a:solidFill>
              </a:rPr>
              <a:t>多品类多客户交叉引流</a:t>
            </a:r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24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F59E0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第二层：风险价值（B2B特有）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36454F"/>
                </a:solidFill>
              </a:rPr>
              <a:t>三年零资金差错（最核心信用资产）</a:t>
            </a:r>
            <a:endParaRPr lang="en-US" sz="1200" dirty="0"/>
          </a:p>
          <a:p/>
          <a:p/>
          <a:p/>
          <a:p>
            <a:r>
              <a:rPr sz="1200">
                <a:solidFill>
                  <a:srgbClr val="36454F"/>
                </a:solidFill>
              </a:rPr>
              <a:t>电子仓单杜绝一货多押</a:t>
            </a:r>
          </a:p>
          <a:p>
            <a:r>
              <a:rPr sz="1200">
                <a:solidFill>
                  <a:srgbClr val="36454F"/>
                </a:solidFill>
              </a:rPr>
              <a:t>自动校验关键合同条款</a:t>
            </a:r>
          </a:p>
          <a:p>
            <a:r>
              <a:rPr sz="1200">
                <a:solidFill>
                  <a:srgbClr val="36454F"/>
                </a:solidFill>
              </a:rPr>
              <a:t>Saga最终一致+自动对账兜底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  <a:p/>
          <a:p/>
          <a:p/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第一层：效率价值（最易量化）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交易周期：5天→1.5天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财务对账：3天→2小时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签约效率：1周→1天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" y="1097280"/>
            <a:ext cx="365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" y="5943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壁垒递增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为什么客户愿意来平台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2286000"/>
          </a:xfrm>
          <a:prstGeom prst="rect">
            <a:avLst/>
          </a:prstGeom>
          <a:solidFill>
            <a:srgbClr val="2D5A8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2D5A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信任中介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个人信任 → 系统信任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履约率透明可见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54864" cy="2286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132588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信息聚合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一家一家问价 → 一键比价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标准化并排对比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交易效率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5-7天 → 1-1.5天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全链路数字化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657600"/>
            <a:ext cx="54864" cy="22860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3886200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金融服务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37960" y="45262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有好机会但缺钱 → 平台放款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 → 金融资产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增长飞轮：更多买方 → 更多订单 → 更多数据 → 更好金融风控 → 更多客户 → 飞轮加速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五大竞争壁垒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业务深度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1064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54864" cy="841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197864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463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交易数据+仓单数据+履约数据→金融风控，追赶成本随时间指数增长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11064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65960"/>
            <a:ext cx="54864" cy="841248"/>
          </a:xfrm>
          <a:prstGeom prst="rect">
            <a:avLst/>
          </a:prstGeom>
          <a:solidFill>
            <a:srgbClr val="2D5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112264"/>
            <a:ext cx="502920" cy="502920"/>
          </a:xfrm>
          <a:prstGeom prst="ellipse">
            <a:avLst/>
          </a:prstGeom>
          <a:solidFill>
            <a:srgbClr val="2D5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112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配置化引擎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377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100个客户喂出来的灵活度，新进入者至少2年才能达到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1064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54864" cy="8412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026664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外部集成深度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2918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5家银行+10个WMS+税务接口，光搞定税局就要3-6个月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64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794760"/>
            <a:ext cx="54864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394106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行业复合人才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206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既懂技术又懂大宗，培养周期2-3年，市场极度稀缺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709160"/>
            <a:ext cx="54864" cy="841248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4855464"/>
            <a:ext cx="502920" cy="50292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630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5120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X年运营、Y亿交易额、零重大资金事故，不可速成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七大核心技术难点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24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多租户深度定制架构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策略模式 + 规则引擎 + 配置化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跨月长事务一致性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Saga + 状态机 + 补偿表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多外部系统集成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超时/重试/熔断/降级 四层防护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极端流量模式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分库分表 + 读写分离 + 冬储前压测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金融级数据精确性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Decimal + 数据库行锁 + 自动对账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仓单防伪与货权确认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电子仓单 + 区块链存证 + IoT监控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异构系统协议治理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DS桥接层(Hessian+Socket) + 可观测性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建议重点讲：跨月长事务、异构协议治理、外部系统稳定性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跨月长事务一致性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1064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问题：一笔交易跨1-3个月，十几个状态变迁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→ 付保证金 → 备货 → 付进度款 → 发货 → 在途 → 收货 → 质检 → 异议处理 → 付尾款 → 开发票 → 对账 → 结算完成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方案演进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657600" cy="914400"/>
          </a:xfrm>
          <a:prstGeom prst="rect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XA两阶段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锁太长，月级不可能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834640"/>
            <a:ext cx="3657600" cy="914400"/>
          </a:xfrm>
          <a:prstGeom prst="rect">
            <a:avLst/>
          </a:prstGeom>
          <a:solidFill>
            <a:srgbClr val="EF444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实现太复杂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834640"/>
            <a:ext cx="3657600" cy="914400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+ 状态机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事件溯源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最终选择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9768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7548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每个操作有补偿动作（锁库存→释放库存）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状态机定义前置条件/触发事件/副作用/补偿/超时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三年零资金差错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709160"/>
            <a:ext cx="4846320" cy="114300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709160"/>
            <a:ext cx="54864" cy="11430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800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壁垒：做一个"能跑"的状态机1个月，做一个"不会出事"的状态机需要2年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异构系统协议治理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029200" cy="731520"/>
          </a:xfrm>
          <a:prstGeom prst="rect">
            <a:avLst/>
          </a:prstGeom>
          <a:solidFill>
            <a:srgbClr val="47556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463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负责"快"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单线程内存撮合，纳秒级延迟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GC停顿是撮合引擎的定时炸弹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02920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468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负责"稳"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业务编排灵活，生态丰富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029200" cy="73152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负责"翻译"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协议转换 / 防腐层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收敛异构复杂度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029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通信机制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同步：Hessian over HTTP（二进制，跨语言）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异步：Socket服务（低延迟回灌撮合结果）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选Hessian不选JSON：撮合是高频二进制交互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我的治理抓手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41732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1508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DS是Java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我能直接review协议转换逻辑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468880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C只暴露输入输出，黑盒化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520440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52044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37033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桥接日志+指标判断健康度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572000"/>
            <a:ext cx="5303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457200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Shape 39"/>
          <p:cNvSpPr/>
          <p:nvPr/>
        </p:nvSpPr>
        <p:spPr>
          <a:xfrm>
            <a:off x="6492240" y="4754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熔断限流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8660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C连续失败自动熔断降级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"飞行员不需要会修发动机，但必须知道仪表盘每个数值代表什么。"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Socket可靠性设计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30352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051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数据一致性 · 幂等消费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03520" cy="548640"/>
          </a:xfrm>
          <a:prstGeom prst="rect">
            <a:avLst/>
          </a:prstGeom>
          <a:solidFill>
            <a:srgbClr val="2D5A8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可靠传输层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ACK + 重试 + 去重 + offset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5303520" cy="548640"/>
          </a:xfrm>
          <a:prstGeom prst="rect">
            <a:avLst/>
          </a:prstGeom>
          <a:solidFill>
            <a:srgbClr val="3B82A6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连接管理层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 + 重连 + 连接池 + 熔断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777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三层解耦架构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777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四大问题与解法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051560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051560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消息不丢不重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1051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ACK + SETNX去重 + 指数退避重试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691640"/>
            <a:ext cx="54864" cy="5486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断线自愈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双向心跳 + 退避重连 + offset续传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331720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331720"/>
            <a:ext cx="54864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最终一致 + 幂等 + 三道对账防线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971800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971800"/>
            <a:ext cx="54864" cy="5486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故障可切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Redis主从 + 熔断降级 + 无状态化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11064240" cy="1371600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7490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不只是缓存，还是可靠性持久化底座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去重表 (SETNX) — 幂等消费的基础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348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消费 offset — 断线续传的依据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924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会话状态 — 连接管理的状态机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"异构系统间不追求强一致，走最终一致+对账兜底——这是跨语言通信的黄金法则。"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 × 业务模块矩阵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技术深度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24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5720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关键中间件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(挂牌/竞价)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分布式锁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分布式事务 / 规则引擎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高并发撮合下的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状态一致 + 防超卖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履约保证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(仓单/质检)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MQ / 工作流引擎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对象存储 / CDC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长周期多角色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流程编排 + 凭证存证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数据服务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(行情/报表)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ES / CDC / 调度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Redis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海量检索 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读写分离 + 批处理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(计费/风控)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业务规则热更新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不重启生效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生态对接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(银行/仓储)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API网关 / MQ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注册中心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多租户路由 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异步回调 + 服务治理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主线：以"交易链路一致性"为轴串联所有中间件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技术经理五维价值模型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4114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2801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28930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8470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不是"用了XX技术"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而是"在约束下为什么选A不选B"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109728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61488" y="1097280"/>
            <a:ext cx="54864" cy="4114800"/>
          </a:xfrm>
          <a:prstGeom prst="rect">
            <a:avLst/>
          </a:prstGeom>
          <a:solidFill>
            <a:srgbClr val="2D5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02152" y="1280160"/>
            <a:ext cx="548640" cy="548640"/>
          </a:xfrm>
          <a:prstGeom prst="ellipse">
            <a:avLst/>
          </a:prstGeom>
          <a:solidFill>
            <a:srgbClr val="2D5A8C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52928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防患未然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52928" y="2423160"/>
            <a:ext cx="18470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阻止灾难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最高级的价值是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"什么都没发生"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74336" y="109728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74336" y="1097280"/>
            <a:ext cx="54864" cy="4114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128016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65776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流程建设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65776" y="2423160"/>
            <a:ext cx="18470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个人→团队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让"只有你能做的"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变成"团队也能做的"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87184" y="109728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87184" y="1097280"/>
            <a:ext cx="54864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7927848" y="128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92784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78624" y="2423160"/>
            <a:ext cx="18470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业务→技术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B2B行业最被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低估的价值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00032" y="109728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400032" y="1097280"/>
            <a:ext cx="54864" cy="41148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40696" y="1280160"/>
            <a:ext cx="548640" cy="5486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33" name="Text 31"/>
          <p:cNvSpPr/>
          <p:nvPr/>
        </p:nvSpPr>
        <p:spPr>
          <a:xfrm>
            <a:off x="1014069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491472" y="1965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团队建设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91472" y="2423160"/>
            <a:ext cx="18470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让人变强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不是数人头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是让这些人变强了吗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核心问题：你来了之后发生了什么变化？这些变化是你推动的，还是换个人也一样？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管理三件套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2286000"/>
          </a:xfrm>
          <a:prstGeom prst="rect">
            <a:avLst/>
          </a:prstGeom>
          <a:solidFill>
            <a:srgbClr val="2D5A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On-call轮值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主+副双岗按周轮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P0-P3四级SLA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P0/P1 24h复盘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团队独立处理80%线上问题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我被叫起次数 月均8次→2次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097280"/>
            <a:ext cx="54864" cy="2286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技术债台账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债务项|风险|成本|优先级|状态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临时方案从隐性→显性→可控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向上要资源的弹药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57600"/>
            <a:ext cx="54864" cy="2286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接口契约治理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Schema审批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事件/消息定义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SLA/降级约定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管连线不管黑盒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657600"/>
            <a:ext cx="54864" cy="22860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+ 20%带宽原则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每迭代20%产能固定还技术债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不参与业务排期竞争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效果：被动响应占比 (RI) 从 45% → ≤15%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 治理框架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坦诚深度领域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39696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9696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9696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85416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契约治理+风险地图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30752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730752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30752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76472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接口契约+SLA+数据口径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21808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21808" y="1005840"/>
            <a:ext cx="54864" cy="155448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23" name="Text 21"/>
          <p:cNvSpPr/>
          <p:nvPr/>
        </p:nvSpPr>
        <p:spPr>
          <a:xfrm>
            <a:off x="5321808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21808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value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67528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专科专注深度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我专注耦合与一致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12864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2864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12864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Demonstrated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58584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具体案例：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用治理机制兜住事故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0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03920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503920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Awareness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持续扩展边界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不追求替代专科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094976" y="1005840"/>
            <a:ext cx="148132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94976" y="10058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094976" y="1051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0094976" y="1463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40696" y="173736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跨模块事故恢复↓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breaking change归零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2834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决策权三档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8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直接拍板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熟悉模块内部设计 + 平台级架构标准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参与不独断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不熟悉模块架构评审 + 重大选型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授权+兜底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不熟悉模块日常实现 + 局部重构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48640" y="5029200"/>
            <a:ext cx="5303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2"/>
          <p:cNvSpPr/>
          <p:nvPr/>
        </p:nvSpPr>
        <p:spPr>
          <a:xfrm>
            <a:off x="77724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红线（必须介入）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7724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资金安全 / 数据合规 / 资损事故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309360" y="5029200"/>
            <a:ext cx="5303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309360" y="50292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6"/>
          <p:cNvSpPr/>
          <p:nvPr/>
        </p:nvSpPr>
        <p:spPr>
          <a:xfrm>
            <a:off x="65379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蓝线（授权不干预）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5379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/ 局部重构 / 性能微调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向上沟通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管理能力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黄金公式：现状风险(量化) + 解决方案(低成本) + 业务收益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翻译示例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你想说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翻译成老板语言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"重构结算模块"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"Q4大促可能漏账资损，5人日自动化，杜绝风险"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"技术债太多"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"3个隐患不处理，明年业务翻倍时频繁宕机"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"引入监控"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"出问题客户投诉才知道，加监控提前30分钟发现"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4206240"/>
            <a:ext cx="54864" cy="18288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29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季度技术健康度汇报（一页纸）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本季度还了X项技术债，避免Y次潜在事故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系统稳定性：故障次数/恢复时长变化趋势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沉淀了X个标准件，团队效率提升Y%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让"看不见的建设工作"变得可见、可量化 → 信任建立 → 资源就好要了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能力提升路线图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阶段一：止血 (M1-M3)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SLA分级体系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On-call轮值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技术债台账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RI: ≤35%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0972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阶段二：稳定 (M4-M6)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需求门控SOP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CI/CD覆盖核心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TOP5技术债偿还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RI: ≤25%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阶段三：主动 (M7-M9)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Q3技术治理专项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Q4业务规划参与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团队能力矩阵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RI: ≤15%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56616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阶段四：跨越 (M10-M12)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年度技术回顾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下一年技术战略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≥1项创新落地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RI: ≤15%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三维同步：业务 L1→L3→L5  |  技术 L1→L3→L5  |  管理 L1→L3→L5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技术认知升级路径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 · 成长规划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234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排障能手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经验驱动 · 碎片知识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"重启就好了"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09728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972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原理达人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原理驱动 · 系统知识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"因为内存碎片率"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46720" y="109728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109728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0" y="12344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决策驱动 · 逻辑闭环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"基于CAP..."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474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3个月后 → 6个月后 → 12个月后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93192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23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「事故→原理」提炼法：每个问题5个Why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「三层知识树」：6主干→分支→叶子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「PEARL」表达法：Problem→Evidence→Alternative→Reasoning→Lesson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「T型+π型」学习：先1个深度方向再扩展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转变路径：排障能手(经验) → 原理达人(原理) → 架构决策者(决策)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2743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我的三个核心差异化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1033272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73152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驾驭异构架构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7373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C撮合 + Java业务 + Vue前端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能讲清"为什么这么设计、怎么让它别崩"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市场上远比"只会Spring Boot"稀缺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1033272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FFD6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788920"/>
            <a:ext cx="73152" cy="132588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3063240"/>
            <a:ext cx="548640" cy="5486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2880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技术与业务深度交叉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懂撮合引擎也懂大宗贸易全链路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能用业务语言讲技术，用技术语言讲业务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B2B行业最稀缺的复合型人才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1033272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29768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45720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4389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从执行者到领导者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47548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建立On-call/技术债台账/契约治理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把团队从救火模式拉到主动建设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用机制替代亲力亲为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5760720"/>
            <a:ext cx="6675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技术经理的价值不是自己写最多的代码，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而是让对的决策在正确的框架下发生。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B2B大宗贸易供应链技术经理 — 结构化简历</dc:title>
  <dc:subject>面试/述职/路演结构化自我介绍</dc:subject>
  <dc:creator>B2B技术经理</dc:creator>
  <cp:lastModifiedBy>B2B技术经理</cp:lastModifiedBy>
  <cp:revision>1</cp:revision>
  <dcterms:created xsi:type="dcterms:W3CDTF">2026-07-16T23:42:34Z</dcterms:created>
  <dcterms:modified xsi:type="dcterms:W3CDTF">2026-07-16T23:42:34Z</dcterms:modified>
</cp:coreProperties>
</file>