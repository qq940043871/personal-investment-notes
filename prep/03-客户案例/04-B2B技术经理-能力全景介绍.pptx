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技术经理 · 能力全景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B2B大宗贸易供应链平台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011680" cy="36576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80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+ Vue 全栈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C+Java 异构架构治理  |  12+微服务集群  |  9+生态接口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交易系统  ·  供应链金融  ·  平台化建设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45720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我的定位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负责大宗商品B2B交易平台的业务中台，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管理交易撮合、履约保证、数据服务、规则配置和生态对接五大核心模块，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带技术团队，对接 9+ 外部系统。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2560320" cy="22402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60320"/>
            <a:ext cx="2560320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驾驭异构架构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语言撮合引擎 + Java 业务中台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Vue 前端，市场上稀缺的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异构系统治理能力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560320"/>
            <a:ext cx="2560320" cy="22402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560320"/>
            <a:ext cx="2560320" cy="54864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技术+业务双修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既懂撮合引擎的延迟确定性，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也懂大宗贸易全链路——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从挂牌到交收、从仓储到税务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2560320" cy="22402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560320"/>
            <a:ext cx="256032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金融级可靠性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三年零资金差错记录，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99.5%+ 系统可用率，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冬储流量暴增零 P0 事故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核心数据看板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微服务集群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Cloud 生态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188720"/>
            <a:ext cx="25603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外部生态接口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银行/物流/CTRM/税务等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5603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5天→1.5天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交易周期缩短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全链路在线化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25603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3年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772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零资金差错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金融级数据精确性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017520"/>
            <a:ext cx="25603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3天→2小时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6616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财务对账效率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自动化对账系统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5603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5-10x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35508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冬储流量承载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弹性伸缩零 P0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系统架构全景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异构四层架构 · C+Java+Vue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4864" cy="566928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接入层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外部大屏  |  普通客户 PC+移动  |  机构客户 PC+移动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54864" cy="566928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6B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网关层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130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midservice 1/2/3 (Java 自研)  +  midmon 监控面板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468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54864" cy="56692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业务中台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62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管理系统(10+模块)  |  DS 数据中心  |  交易核心(C)  |  12+业务微服务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54864" cy="566928"/>
          </a:xfrm>
          <a:prstGeom prst="rect">
            <a:avLst/>
          </a:prstGeom>
          <a:solidFill>
            <a:srgbClr val="2A5A5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5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593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x2 (主从)  |  MinIO 对象存储  |  Kafka 消息队列  |  缓存服务(Redis)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3931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54864" cy="566928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生态接口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325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  ·  物流  ·  CTRM  ·  税务  ·  仓储  ·  短信  ·  证书  ·  企查查  ·  供应链金融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45720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双核驱动：DS 数据中心 + 交易核心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200400" cy="3611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43000"/>
            <a:ext cx="3200400" cy="54864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交易核心（C 语言）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单线程内存撮合引擎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纳秒级延迟确定性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无 GC 停顿（vs Java）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价格优先 / 时间优先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异步落库，不阻塞撮合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金融级确定性输出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2468880"/>
            <a:ext cx="914400" cy="64008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桥接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1143000"/>
            <a:ext cx="3200400" cy="361188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0" y="1143000"/>
            <a:ext cx="3200400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业务中台（Java 生态）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92024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b="1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DS 数据中心 — Java 防腐层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TCP 自定义报文 ↔ C 撮合引擎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Hessian ↔ 上游 Java 微服务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12+ 微服务集群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Spring Cloud / Nacos / Sentinel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Saga 分布式事务 + 状态机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Drools 规则引擎热更新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自定义报文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Hessian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一笔交易全链路：从挂牌到交收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8016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挂牌下单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前端 →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midservice 网关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鉴权/限流/路由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F8C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91640" y="1005840"/>
            <a:ext cx="128016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防重校验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SETNX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防重复提交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分布式锁防超卖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F8C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08960" y="1005840"/>
            <a:ext cx="128016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撮合执行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数据中心 →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自定义报文 →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撮合引擎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4340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F8C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128016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1772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结果通知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撮合结果异步回推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Kafka 通知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仓储/财务/风控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F8C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0" y="1005840"/>
            <a:ext cx="128016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3504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履约编排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 分布式事务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状态机驱动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仓单/质检/交收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7804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7F8C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60920" y="1005840"/>
            <a:ext cx="128016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45236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523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缓存同步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binlog →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缓存服务(Redis)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前端加速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474720"/>
            <a:ext cx="8503920" cy="1828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500ms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008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端到端延迟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零丢失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204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消息可靠性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最终一致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40080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数据一致性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45720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核心技术决策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840480" cy="1234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23444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24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撮合引擎：C 语言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单线程内存撮合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5819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延迟确定性，无 GC 停顿。Java 做撮合可能因 GC 产生不可预测的延迟抖动，金融交易不可接受。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1234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123444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24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异构通信：TCP 自定义报文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数据中心 ↔ C 引擎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5819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自研二进制协议，极简高效，一个字节都不浪费。上游 Java 服务走 Hessian，生态友好可调试。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3840480" cy="1234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468880"/>
            <a:ext cx="54864" cy="123444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微服务拆分：按业务域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88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服务，非按技术层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9992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交易/风控/资金独立部署独立扩容。强一致性要求的用模块化代替服务化，避免分布式事务泛滥。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3840480" cy="1234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68880"/>
            <a:ext cx="54864" cy="123444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缓存双保险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Cache-Aside + Canal 兜底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9992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先更新 DB 再删缓存。Canal 监听 binlog 做异步兜底——缓存删除失败的最终防线。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886200"/>
            <a:ext cx="3840480" cy="1234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886200"/>
            <a:ext cx="54864" cy="123444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分布式事务：Saga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206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 2PC，锁太久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4416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大宗交易跨月，2PC 锁资源不可行。Saga + 状态机 + 补偿表 + 对账兜底 = 四层防线。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886200"/>
            <a:ext cx="3840480" cy="12344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886200"/>
            <a:ext cx="54864" cy="123444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规则引擎：Drools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206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计费/风控/促销热更新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416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个客户 100 套规则，硬编码是死路。Drools 规则改完 5 分钟生效，年省 200+ 发布窗口。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技术栈全景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33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9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44168"/>
            <a:ext cx="1463040" cy="1371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Vue 2/3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Element UI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三端适配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大屏可视化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960120"/>
            <a:ext cx="19659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033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6B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1344168"/>
            <a:ext cx="1463040" cy="13716"/>
          </a:xfrm>
          <a:prstGeom prst="rect">
            <a:avLst/>
          </a:prstGeom>
          <a:solidFill>
            <a:srgbClr val="3A6B8C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417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midservice(自研)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midmon 监控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鉴权/限流/路由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多租户灰度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19659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033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344168"/>
            <a:ext cx="1463040" cy="13716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417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Spring Cloud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Nacos 注册/配置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Sentinel 限流降级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Redisson 分布式锁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960120"/>
            <a:ext cx="19659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033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交易引擎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95160" y="1344168"/>
            <a:ext cx="1463040" cy="13716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1417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 撮合引擎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TCP 自定义报文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DS 防腐层(Java)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9516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Hessian 序列化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926080"/>
            <a:ext cx="19659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7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消息/数据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1480" y="3310128"/>
            <a:ext cx="1463040" cy="13716"/>
          </a:xfrm>
          <a:prstGeom prst="rect">
            <a:avLst/>
          </a:prstGeom>
          <a:solidFill>
            <a:srgbClr val="2A7A5A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383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Kafka 消息队列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MySQL 主从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Redis 缓存集群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206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MinIO 对象存储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14600" y="2926080"/>
            <a:ext cx="19659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60604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C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数据同步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06040" y="3310128"/>
            <a:ext cx="1463040" cy="13716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42" name="Text 40"/>
          <p:cNvSpPr/>
          <p:nvPr/>
        </p:nvSpPr>
        <p:spPr>
          <a:xfrm>
            <a:off x="2606040" y="3383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Canal binlog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0604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ES 全文检索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06040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XXL-Job 调度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606040" y="4206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Drools 规则引擎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2926080"/>
            <a:ext cx="19659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50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外部对接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00600" y="3310128"/>
            <a:ext cx="1463040" cy="1371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3383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银行/支付接口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0060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CTRM/物流对接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电子签章 SDK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00600" y="4206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企查查/税务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03720" y="2926080"/>
            <a:ext cx="19659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运维监控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995160" y="3310128"/>
            <a:ext cx="1463040" cy="13716"/>
          </a:xfrm>
          <a:prstGeom prst="rect">
            <a:avLst/>
          </a:prstGeom>
          <a:solidFill>
            <a:srgbClr val="4A7080"/>
          </a:solidFill>
          <a:ln/>
        </p:spPr>
      </p:sp>
      <p:sp>
        <p:nvSpPr>
          <p:cNvPr id="56" name="Text 54"/>
          <p:cNvSpPr/>
          <p:nvPr/>
        </p:nvSpPr>
        <p:spPr>
          <a:xfrm>
            <a:off x="6995160" y="3383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Docker + K8s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9516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Prometheus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95160" y="3931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Grafana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95160" y="4206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GitLab CI/CD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45720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业务深度：五大核心模块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554480" cy="27432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554480" cy="54864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交易模式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挂牌 / 竞价 / 询价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代采 / 预售 / 远期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策略模式 + 规则引擎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新模式只需新增策略类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57400" y="1097280"/>
            <a:ext cx="1554480" cy="27432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097280"/>
            <a:ext cx="1554480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4884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履约保证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电子仓单（MinIO）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质检流程编排（工作流）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保证金冻结/释放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信用评级动态调整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94760" y="1097280"/>
            <a:ext cx="1554480" cy="27432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0" y="1097280"/>
            <a:ext cx="1554480" cy="54864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8620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数据服务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实时行情推送（Kafka）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日报/月报自动生成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财务自动对账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缓存实时同步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32120" y="1097280"/>
            <a:ext cx="1554480" cy="27432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097280"/>
            <a:ext cx="1554480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规则配置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Drools 计费/风控/促销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客户个性化规则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分钟热更新生效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审批流动态编排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69480" y="1097280"/>
            <a:ext cx="1554480" cy="27432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69480" y="1097280"/>
            <a:ext cx="1554480" cy="54864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6092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生态对接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60920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银行/仓储/物流/CTRM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 外部系统集成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四层防护（超时/重试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/熔断/降级）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4114800"/>
            <a:ext cx="7863840" cy="18288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"我管的不是代码，是大宗贸易的整个交易闭环——从线上挂牌到线下交收，从资金对账到税务开票。"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技术管理能力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靠制度管人 · 靠台账管债 · 靠流程管风险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6576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3657600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团队建设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梯队设计（骨干/中坚/新人）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明确分工 + 备份机制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579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定期 1-on-1 反馈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挑战性任务驱动成长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6576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143000"/>
            <a:ext cx="36576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技术债治理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技术债台账（记录/分级）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每次迭代 20% 时间还债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579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还债 ROI 评估机制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14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制度预防（Code Review）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36576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971800"/>
            <a:ext cx="3657600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契约治理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跨团队接口 SLA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730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决策权三档（做/建议/知晓）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9867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定期对齐会机制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红线/蓝线边界清晰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36576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971800"/>
            <a:ext cx="36576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稳定性保障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3776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On-call 轮值机制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730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事故复盘不追责文化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9867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从 On-call 到 No-call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冬储零 P0 实战验证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45720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为客户创造的三层价值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560320" cy="356616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97280"/>
            <a:ext cx="2560320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80160"/>
            <a:ext cx="640080" cy="27432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效率价值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交易周期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5天 → 1.5天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财务对账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423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3天 → 2小时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2788920"/>
            <a:ext cx="2286000" cy="13716"/>
          </a:xfrm>
          <a:prstGeom prst="rect">
            <a:avLst/>
          </a:prstGeom>
          <a:solidFill>
            <a:srgbClr val="E3E8E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全链路在线化，挂牌→签约→支付→交收全流程在线，消除Excel和电话沟通的低效环节。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1097280"/>
            <a:ext cx="2560320" cy="356616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097280"/>
            <a:ext cx="2560320" cy="54864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1280160"/>
            <a:ext cx="640080" cy="27432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1280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风险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风险价值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6616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资金差错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三年零差错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2423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一货多押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2423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电子仓单杜绝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566160" y="2788920"/>
            <a:ext cx="2286000" cy="13716"/>
          </a:xfrm>
          <a:prstGeom prst="rect">
            <a:avLst/>
          </a:prstGeom>
          <a:solidFill>
            <a:srgbClr val="E3E8EE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金融级数据精确性（Decimal 精度），电子仓单防伪，保证金冻结/释放自动执行，日终自动对账。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097280"/>
            <a:ext cx="2560320" cy="356616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1280160"/>
            <a:ext cx="640080" cy="274320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280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增长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增长价值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5080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月交易量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20笔 → 50笔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2423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供应链金融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2423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盘活应收账款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55080" y="2788920"/>
            <a:ext cx="2286000" cy="13716"/>
          </a:xfrm>
          <a:prstGeom prst="rect">
            <a:avLst/>
          </a:prstGeom>
          <a:solidFill>
            <a:srgbClr val="E3E8EE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平台交易数据积累 → 信用画像 → 供应链金融授信 → 客户资金周转加速 → 交易量增长，飞轮效应。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五大竞争壁垒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为什么对手难以复制？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572768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1572768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solidFill>
            <a:srgbClr val="D4940B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数据飞轮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最难复制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5年+交易数据积累 → 定价模型 → 风控画像 → 更好的交易体验 → 更多数据。算法可以买，历史数据买不到。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1143000"/>
            <a:ext cx="1572768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1143000"/>
            <a:ext cx="1572768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1417320"/>
            <a:ext cx="640080" cy="640080"/>
          </a:xfrm>
          <a:prstGeom prst="rect">
            <a:avLst/>
          </a:prstGeom>
          <a:solidFill>
            <a:srgbClr val="1A7F8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48840" y="21945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配置化引擎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2514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100个客户喂出来的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28346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多租户规则引擎是跟100+客户磨合出来的，不是设计出来的。新进入者要重复这段踩坑史。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1143000"/>
            <a:ext cx="1572768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760" y="1143000"/>
            <a:ext cx="1572768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1960" y="1417320"/>
            <a:ext cx="640080" cy="640080"/>
          </a:xfrm>
          <a:prstGeom prst="rect">
            <a:avLst/>
          </a:prstGeom>
          <a:solidFill>
            <a:srgbClr val="D4940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86200" y="21945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外部集成深度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86200" y="2514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9+系统对接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86200" y="28346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银行/CTRM/物流/税务/仓储，每个对接都有独特的技术适配和商务关系。对接越多壁垒越高。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1143000"/>
            <a:ext cx="1572768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32120" y="1143000"/>
            <a:ext cx="1572768" cy="54864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1417320"/>
            <a:ext cx="640080" cy="640080"/>
          </a:xfrm>
          <a:prstGeom prst="rect">
            <a:avLst/>
          </a:prstGeom>
          <a:solidFill>
            <a:srgbClr val="1A7F8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623560" y="21945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F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行业复合人才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2514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极度稀缺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28346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既懂C撮合引擎又懂大宗贸易全链路的人，市场上几乎找不到。团队就是壁垒。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69480" y="1143000"/>
            <a:ext cx="1572768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269480" y="1143000"/>
            <a:ext cx="1572768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5" name="Shape 33"/>
          <p:cNvSpPr/>
          <p:nvPr/>
        </p:nvSpPr>
        <p:spPr>
          <a:xfrm>
            <a:off x="7726680" y="1417320"/>
            <a:ext cx="640080" cy="640080"/>
          </a:xfrm>
          <a:prstGeom prst="rect">
            <a:avLst/>
          </a:prstGeom>
          <a:solidFill>
            <a:srgbClr val="D4940B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7266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360920" y="21945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94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信任资产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60920" y="2514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时间×零事故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0920" y="28346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三年零资金差错 + 冬储零P0 = 客户信任。信任是N个零事故的一天一天累加，没有捷径。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45720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52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关键难题攻克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82296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188720"/>
            <a:ext cx="411480" cy="41148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124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多租户深度定制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3990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100+客户各有独特规则。方案：策略模式 + Drools 规则引擎 + 配置化。改规则 5 分钟生效，无需发版。避免 if-else 屎山和 100 个代码分支。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057400"/>
            <a:ext cx="54864" cy="82296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194560"/>
            <a:ext cx="411480" cy="41148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跨月长事务一致性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4048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交易从挂牌到交收跨月。方案：Saga + 状态机 + 补偿表 + 日终对账四层防线。不做 2PC，锁资源不可接受。补偿失败走人工介入。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7863840" cy="82296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063240"/>
            <a:ext cx="54864" cy="82296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200400"/>
            <a:ext cx="411480" cy="411480"/>
          </a:xfrm>
          <a:prstGeom prst="rect">
            <a:avLst/>
          </a:prstGeom>
          <a:solidFill>
            <a:srgbClr val="152C4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136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冬储流量 5-10 倍暴增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41071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每年冬季交易量爆发。方案：五层保障 — CDN/静态分离 + Sentinel 分级限流 + 热点预热 + 读写分离 + K8s HPA 弹性伸缩。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7863840" cy="82296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069080"/>
            <a:ext cx="54864" cy="82296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206240"/>
            <a:ext cx="411480" cy="411480"/>
          </a:xfrm>
          <a:prstGeom prst="rect">
            <a:avLst/>
          </a:prstGeom>
          <a:solidFill>
            <a:srgbClr val="1A7F8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142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异构系统协议治理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41655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撮合引擎 ↔ Java 业务层通信。方案：DS 数据中心做防腐层，TCP 自定义报文对 C，Hessian 对上游 Java。收敛异构复杂度到单一桥接点。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技术驱动 · 业务增长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D494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驾驭异构架构  ·  深度理解业务  ·  金融级可靠性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+ Vue 全栈  |  C+Java 异构架构  |  12+微服务  |  9+生态接口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94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  ·  期待交流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94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B2B大宗贸易供应链 — 技术经理能力介绍</dc:title>
  <dc:subject>PptxGenJS Presentation</dc:subject>
  <dc:creator>B2B Tech Manager</dc:creator>
  <cp:lastModifiedBy>B2B Tech Manager</cp:lastModifiedBy>
  <cp:revision>1</cp:revision>
  <dcterms:created xsi:type="dcterms:W3CDTF">2026-07-18T13:57:35Z</dcterms:created>
  <dcterms:modified xsi:type="dcterms:W3CDTF">2026-07-18T13:57:35Z</dcterms:modified>
</cp:coreProperties>
</file>