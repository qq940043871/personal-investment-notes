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 15 秒带过，不停留。开场一句定位，再补三个标签；不要念标题。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自我介绍 60 秒逐字稿：13 年一线技术 → 现在带 20 人做 B2B 大宗商品交易平台 → 四个标签（异构架构 / 技术×业务 / 机制带队 / 在一线）。全程不报名词清单。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工作经历按「时间 → 职位 → 公司 → 职责」四段讲，重点落在 2020—至今这段（带团队、平台化、异构治理）。13 年只待过一家公司会被追问，先自己把结构讲清。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这页是「先给结果」；99.95%、2 小时属运行结果可直说；故障次数/覆盖率那类考核线数字必须带「当时设定的团队目标」。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先讲产品定位（这是什么、卖给谁、价值在哪），再讲行业三死结。卡点不在「找货」，在「签了合同之后」的货权、资金、交收。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四层自下而上：接入层（三端）→ midservice 网关（鉴权/限流/路由/聚合）→ DS 数据中心（防腐层）→ 业务中台（12+ 业务服务 + midmon 监控 + C 核心引擎）。重点讲 DS 层：协议转换、可靠性、可观测性收敛在一层，这是我能管住异构通信全链路的原因。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这页回答「你为什么保留 C」。关键决策：否决重写。确定性 &gt; 技术栈统一的美感；用 DS 防腐层化解异构代价。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这页是「我到底解决了什么」。六个问题都要能讲出：问题现象 → 根因 → 打法 → 结果数字。追问时优先展开 01（资金一致性）和 02（架构红线）。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这页回答「你制定了什么规范」。先说六阶段闸门（谁在什么节点把关），再讲三类规范：流程、工程、机制。强调每一条都落到了可验证的结果。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回答「你最有成就感的事」：讲四本账，每本都有交付物和数字。99.95% / 3 年零差错 / 45%→15% 可直说；覆盖率那类考核线数字带「当时设定的目标」。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用两个客户证明产品通用性：晔龙（民营贸易商，期现结合 / 套保风控），林控（国有要素交易场所，非标资产线上化）。都是我方承建；追问时展开各自的技术落点。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页只讲两件事，不展开：① 前期技术原型——模型选型 + 私有化可行性验证；② 各类型文档落向量库的过程（解析 → 切分 → 向量化 → 入库）。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收尾三标签要钉死。业务翻译官、技术操盘手、流程守护者——每个标签配一个具体动作，不说形容词。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这页讲我的工作方法：先止血、再还债、后增值——按阶段推进，重点是让面试官看到我有方法，不是只有热情。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30 秒：三标签钉死 → 责任金句 → 一句「我的介绍完了，谢谢」收住，然后把时间交给面试官。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1005840"/>
            <a:ext cx="1060704" cy="457200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1627632"/>
            <a:ext cx="1060704" cy="8229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2615184"/>
            <a:ext cx="1060704" cy="137160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4151376"/>
            <a:ext cx="1060704" cy="82296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5138928"/>
            <a:ext cx="1060704" cy="457200"/>
          </a:xfrm>
          <a:prstGeom prst="rect">
            <a:avLst/>
          </a:prstGeom>
          <a:solidFill>
            <a:srgbClr val="D9D3C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面试自我介绍 ｜ 技术经理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haswhere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大宗商品在线交易平台 · 技术经理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529584"/>
            <a:ext cx="804672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12464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年一线技术经验 ｜ 20 人研发团队 ｜ 异构架构治理 C + Java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× 技术双能力 ｜ B2B 交易平台从 0 到 N ｜ AI 工程化落地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186-****-3592 ｜ 815841365@qq.com ｜ 郑州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我是谁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年一线技术，专注大宗商品交易这一个领域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 B2B 大宗商品在线交易平台技术经理 · 带 20 人研发团队，向总经理汇报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66751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066544"/>
            <a:ext cx="6126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年一线技术经验，现任 B2B 大宗商品在线交易平台技术经理，负责业务中台（12+ 微服务）与数据服务中心的架构设计。平台服务大额资金交易场景——一条链路串起交易、支付、仓单、税务多个系统，任何环节出问题都是真金白银的风险。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639312"/>
            <a:ext cx="612648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22192"/>
            <a:ext cx="6126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驾驭异构架构：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DS 数据中心（防腐层）管住 C 核心引擎与 Java 微服务的全链路通信</a:t>
            </a:r>
            <a:endParaRPr lang="en-US" sz="115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× 业务交叉：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把客户一句话翻译成技术方案，守住「不让定制需求污染主链路」的红线</a:t>
            </a:r>
            <a:endParaRPr lang="en-US" sz="115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用机制替代亲力亲为：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 轮值 / 技术债台账 / 接口契约治理三件套</a:t>
            </a:r>
            <a:endParaRPr lang="en-US" sz="1150" dirty="0"/>
          </a:p>
          <a:p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至今保持在一线：</a:t>
            </a:r>
            <a:pPr indent="0" marL="0">
              <a:lnSpc>
                <a:spcPct val="13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方案不飘——坑在哪、工作量多少，我能直接判断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61504" y="1609344"/>
            <a:ext cx="4163263" cy="102641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61504" y="1609344"/>
            <a:ext cx="54864" cy="102641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7644384" y="1700784"/>
            <a:ext cx="38523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44384" y="1865376"/>
            <a:ext cx="3852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年一线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44384" y="2103120"/>
            <a:ext cx="3852367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专注大宗商品交易与资金场景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61504" y="2745486"/>
            <a:ext cx="4163263" cy="102641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2745486"/>
            <a:ext cx="54864" cy="102641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7644384" y="2836926"/>
            <a:ext cx="38523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44384" y="3001518"/>
            <a:ext cx="3852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人团队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44384" y="3239262"/>
            <a:ext cx="3852367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C / 6 Java / 5 Vue / 5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61504" y="3881628"/>
            <a:ext cx="4163263" cy="102641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1504" y="3881628"/>
            <a:ext cx="54864" cy="102641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7644384" y="3973068"/>
            <a:ext cx="38523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44384" y="4137660"/>
            <a:ext cx="3852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44384" y="4375404"/>
            <a:ext cx="3852367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 + DS 数据中心两层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61504" y="5017770"/>
            <a:ext cx="4163263" cy="102641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61504" y="5017770"/>
            <a:ext cx="54864" cy="102641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2" name="Text 30"/>
          <p:cNvSpPr/>
          <p:nvPr/>
        </p:nvSpPr>
        <p:spPr>
          <a:xfrm>
            <a:off x="7644384" y="5109210"/>
            <a:ext cx="385236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44384" y="5273802"/>
            <a:ext cx="38523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44384" y="5511546"/>
            <a:ext cx="3852367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侧负责人 · 向总经理汇报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我是谁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工作经历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工作经历：从清算开发到 20 人团队技术经理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同一领域深耕 13 年——前 2 年金融级清算打底，后 11 年在同一业务域做到平台化；2024 起延伸 AI 支线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0692079" cy="0"/>
          </a:xfrm>
          <a:prstGeom prst="line">
            <a:avLst/>
          </a:prstGeom>
          <a:noFill/>
          <a:ln w="15875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68880"/>
            <a:ext cx="262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 — 2015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98282" y="2843784"/>
            <a:ext cx="164592" cy="164592"/>
          </a:xfrm>
          <a:prstGeom prst="ellipse">
            <a:avLst/>
          </a:prstGeom>
          <a:solidFill>
            <a:srgbClr val="2E6D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182112"/>
            <a:ext cx="26273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182112"/>
            <a:ext cx="26273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46704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开发工程师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某软件公司 · 清算 / GIS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50208"/>
            <a:ext cx="22981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清算与 GIS 后端开发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日处理交易量超 10 万笔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数据精确性 &gt; 一切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77108" y="2468880"/>
            <a:ext cx="262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— 2020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08462" y="2843784"/>
            <a:ext cx="164592" cy="164592"/>
          </a:xfrm>
          <a:prstGeom prst="ellipse">
            <a:avLst/>
          </a:prstGeom>
          <a:solidFill>
            <a:srgbClr val="2E6D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77108" y="3182112"/>
            <a:ext cx="26273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7108" y="3182112"/>
            <a:ext cx="26273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3541700" y="3346704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核心开发工程师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41700" y="3675888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某软件公司 · 交易系统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1700" y="3950208"/>
            <a:ext cx="22981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 1 参与交易系统建设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参数化配置、多模式交易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外部系统对接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7288" y="2468880"/>
            <a:ext cx="262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— 至今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18642" y="2843784"/>
            <a:ext cx="164592" cy="164592"/>
          </a:xfrm>
          <a:prstGeom prst="ellipse">
            <a:avLst/>
          </a:prstGeom>
          <a:solidFill>
            <a:srgbClr val="2E6D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7288" y="3182112"/>
            <a:ext cx="26273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288" y="3182112"/>
            <a:ext cx="26273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9" name="Text 27"/>
          <p:cNvSpPr/>
          <p:nvPr/>
        </p:nvSpPr>
        <p:spPr>
          <a:xfrm>
            <a:off x="6351880" y="3346704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技术经理（Java 侧负责人）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1880" y="3675888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某软件公司 · B2B 交易平台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1880" y="3950208"/>
            <a:ext cx="22981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 20 人研发团队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 + 配置化 + 异构治理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建规范体系与管理三件套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97467" y="2468880"/>
            <a:ext cx="2627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— 至今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28821" y="2843784"/>
            <a:ext cx="164592" cy="164592"/>
          </a:xfrm>
          <a:prstGeom prst="ellipse">
            <a:avLst/>
          </a:prstGeom>
          <a:solidFill>
            <a:srgbClr val="2E6D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97467" y="3182112"/>
            <a:ext cx="26273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97467" y="3182112"/>
            <a:ext cx="26273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9162059" y="3346704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前期技术原型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62059" y="3675888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同一业务域的技术栈延伸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059" y="3950208"/>
            <a:ext cx="22981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模型选型 + 私有化验证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多格式文档落向量库</a:t>
            </a:r>
            <a:endParaRPr lang="en-US" sz="1000" dirty="0"/>
          </a:p>
          <a:p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26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 RAG 地基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5870448"/>
            <a:ext cx="11057839" cy="47548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" y="5870448"/>
            <a:ext cx="64008" cy="4754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" y="5870448"/>
            <a:ext cx="106920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年 = 2 年清算 + 11 年本司；20 人 = 3 C / 6 Java / 5 Vue / 5 测试 —— 这两个数字必须脱口而出，全篇一致。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我是谁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先给结果，再讲过程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运行时真实口径；涉及考核线的数字一律带「当时设定的团队目标」限定语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556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19568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年+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29169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零资金差错 · 冬储高峰连续两季零 P0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77108" y="16459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1700" y="17556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23412" y="19568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月 → 1 周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41700" y="29169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新客户上线周期（配置化改造）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7288" y="16459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1880" y="17556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33592" y="19568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 → 5 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51880" y="29169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外部系统对接周期（统一适配层）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97467" y="16459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059" y="17556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3771" y="19568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62059" y="29169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外部接口平均可用率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7033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8130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" y="40142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103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天 → 1.5 天</a:t>
            </a:r>
            <a:endParaRPr lang="en-US" sz="2103" dirty="0"/>
          </a:p>
        </p:txBody>
      </p:sp>
      <p:sp>
        <p:nvSpPr>
          <p:cNvPr id="29" name="Text 27"/>
          <p:cNvSpPr/>
          <p:nvPr/>
        </p:nvSpPr>
        <p:spPr>
          <a:xfrm>
            <a:off x="731520" y="49743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一笔交易周期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77108" y="37033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1700" y="38130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23412" y="40142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人天 → 2 小时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41700" y="49743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财务对账（三流自动勾稽）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7288" y="37033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1880" y="38130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33592" y="40142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→ 15%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351880" y="49743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团队被动响应占比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97467" y="3703320"/>
            <a:ext cx="26273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059" y="3813048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43771" y="4014216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162059" y="4974336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线上问题团队独立处理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5870448"/>
            <a:ext cx="11057839" cy="475488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5870448"/>
            <a:ext cx="64008" cy="47548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4" name="Text 42"/>
          <p:cNvSpPr/>
          <p:nvPr/>
        </p:nvSpPr>
        <p:spPr>
          <a:xfrm>
            <a:off x="786384" y="5870448"/>
            <a:ext cx="106920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不要逐个念——挑三个讲：三年零资金差错、2 个月 → 1 周的上线提速、被动响应 45% → 15%。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产品定位：把「签了合同之后的事」全部线上化、可信化、金融化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大宗商品 B2B 在线交易平台 · 技术经理 / Java 侧负责人 · 覆盖交易 · 支付结算 · 履约 · 仓单 · 物流 · 税务 · 供应链金融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2627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9344"/>
            <a:ext cx="26273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19072"/>
            <a:ext cx="2334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· 是什么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1929384"/>
            <a:ext cx="2334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大宗商品 B2B 在线交易平台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77108" y="1609344"/>
            <a:ext cx="2627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7108" y="1609344"/>
            <a:ext cx="26273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3541700" y="1719072"/>
            <a:ext cx="2334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 · 交易模式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41700" y="1929384"/>
            <a:ext cx="2334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 / 竞价 / 询价 / 招标 / 点价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7288" y="1609344"/>
            <a:ext cx="2627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1609344"/>
            <a:ext cx="26273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6351880" y="1719072"/>
            <a:ext cx="2334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· 服务谁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1880" y="1929384"/>
            <a:ext cx="2334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能源化工国企 · 贸易商 · 产业买方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97467" y="1609344"/>
            <a:ext cx="2627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7467" y="1609344"/>
            <a:ext cx="26273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059" y="1719072"/>
            <a:ext cx="23346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· 价值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62059" y="1929384"/>
            <a:ext cx="23346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发现价格 · 阳光采购 · 供应链金融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2633472"/>
            <a:ext cx="35396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2633472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2834640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死结 01 · 信任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9808" y="3090672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跟陌生人做生意不敢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3511296"/>
            <a:ext cx="319217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大额交易、决策链长；先打款怕不给货、先发货怕不结款，对「信任」的敏感度远高于对「价格」。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4944" y="5065776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94944" y="5065776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5065776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解法：平台担保 + 资金监管，钱不过对方手；履约率与成交记录公开。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26026" y="2633472"/>
            <a:ext cx="35396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6026" y="2633472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4508906" y="2834640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死结 02 · 效率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08906" y="3090672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一笔交易跑断腿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08906" y="3511296"/>
            <a:ext cx="319217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比价靠打电话、合同来回寄、催货靠喊、对账靠翻凭证——一笔交易 20 个电话。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54042" y="5065776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0" name="Shape 38"/>
          <p:cNvSpPr/>
          <p:nvPr/>
        </p:nvSpPr>
        <p:spPr>
          <a:xfrm>
            <a:off x="4454042" y="5065776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4600346" y="5065776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解法：询价 → 合同 → 支付 → 仓储 → 物流 → 质检 → 结算 → 开票全链路线上化。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85125" y="2633472"/>
            <a:ext cx="353964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85125" y="2633472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4" name="Text 42"/>
          <p:cNvSpPr/>
          <p:nvPr/>
        </p:nvSpPr>
        <p:spPr>
          <a:xfrm>
            <a:off x="8268005" y="2834640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死结 03 · 资金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68005" y="3090672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有好机会但缺钱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268005" y="3511296"/>
            <a:ext cx="319217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货压仓库占资金、账期 30–90 天拖垮现金流，有好机会也吃不下。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213141" y="5065776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8" name="Shape 46"/>
          <p:cNvSpPr/>
          <p:nvPr/>
        </p:nvSpPr>
        <p:spPr>
          <a:xfrm>
            <a:off x="8213141" y="5065776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9" name="Text 47"/>
          <p:cNvSpPr/>
          <p:nvPr/>
        </p:nvSpPr>
        <p:spPr>
          <a:xfrm>
            <a:off x="8359445" y="5065776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解法：预付款融资 / 仓单质押 / 应收账款融资——让钱不够的买方也能成交。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" y="587044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870448"/>
            <a:ext cx="64008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" y="587044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价值主张：让大额交易从「靠人脉、靠电话」变成「靠数据、靠系统、靠信用」——技术在这里不是成本，是增长引擎。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四层架构：接入层 → midservice 网关 → DS 数据中心 → 业务中台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 C 代码，但通过 DS 防腐层管住 C 核心引擎与 Java 微服务的全链路通信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1417320" cy="84124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09344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 三端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93976" y="1609344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1609344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端 / 机构端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全栈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7482" y="1609344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0634" y="1609344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触屏适配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20989" y="1609344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4141" y="1609344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外部生态 9+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物流 / 税务 / 签章 / 供应链金融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13552" y="2478024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2633472"/>
            <a:ext cx="1417320" cy="84124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633472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midservice 网关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93976" y="2633472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67128" y="2633472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· 限流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统一入口安全控制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7482" y="2633472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0634" y="2633472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 · 分发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 12+ 业务服务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20989" y="2633472"/>
            <a:ext cx="310377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4141" y="2633472"/>
            <a:ext cx="29574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接口聚合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 API 统一出口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13552" y="3502152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657600"/>
            <a:ext cx="1417320" cy="93268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657600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93976" y="3657600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67128" y="3657600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协议转换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自定义二进制 ↔ Hessian 标准接口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07482" y="3657600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80634" y="3657600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 / 幂等 / 顺序保证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20989" y="3657600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4141" y="3657600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链路追踪 · 指标 · 告警收敛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13552" y="4617720"/>
            <a:ext cx="164592" cy="128016"/>
          </a:xfrm>
          <a:prstGeom prst="downArrow">
            <a:avLst/>
          </a:prstGeom>
          <a:solidFill>
            <a:srgbClr val="2E6DA4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" y="4773168"/>
            <a:ext cx="1417320" cy="932688"/>
          </a:xfrm>
          <a:prstGeom prst="rect">
            <a:avLst/>
          </a:prstGeom>
          <a:solidFill>
            <a:srgbClr val="E2ECF5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773168"/>
            <a:ext cx="1417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业务中台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093976" y="4773168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67128" y="4773168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业务服务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交易模式 / 履约保证 / 规则配置 / 生态对接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07482" y="4773168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80634" y="4773168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midmon 监控网关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· 健康度 · 告警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20989" y="4773168"/>
            <a:ext cx="310377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4141" y="4773168"/>
            <a:ext cx="295747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核心引擎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内存撮合 · 多模式交易状态机 · 确定性优先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7" name="Text 45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核心引擎换确定性 · DS 防腐层换边界可控——异构复杂度收敛在一层，两侧独立演进、互不阻塞。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关键取舍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三个组件不是堆技术，是三次取舍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每个选择背后都写清了「换到什么」和「付出什么」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核心引擎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换确定性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换到：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内存撮合、毫秒级稳定延迟，不受 GC 停顿影响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付出：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迭代慢、C 人才稀缺、与 Java 生态割裂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决策：否决重写，保留 C 兜住资金链路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6026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6026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4508906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· 业务中台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08906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换迭代速度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8906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换到：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微服务快速迭代，生态与人才充足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付出：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性能天花板、依赖治理成本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4042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54042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4600346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决策：12+ 微服务承载业务迭代与定制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5125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5125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8268005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· 数据中心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68005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换边界可控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68005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换到：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异构边界收敛在一层，可观测、可治理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44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付出：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多一层转发、多一套需要维护的组件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13141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2" name="Shape 30"/>
          <p:cNvSpPr/>
          <p:nvPr/>
        </p:nvSpPr>
        <p:spPr>
          <a:xfrm>
            <a:off x="8213141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8359445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决策：协议 / 可靠性 / 可观测收敛一层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87044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870448"/>
            <a:ext cx="64008" cy="50292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87044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我拍板的关键决策：否决「C 核心引擎重写成 Java 完成微服务化」——撮合是资金链路心脏，GC 停顿不可接受。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我解决的问题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我带队解决的问题——每个都有打法、有结果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不是「遇到就修」，是先归因到架构层，再用机制兜住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9344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10512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资金一致性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206654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跨月长事务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2487168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+ 状态机 + 事件溯源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结果：3 年零资金差错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13834" y="1609344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3834" y="1609344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4496714" y="1810512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架构红线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96714" y="206654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定制污染主链路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6714" y="2487168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多租户配置化（策略模式 + 配置模板）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结果：上线 2 月 → 1 周，代码零膨胀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0741" y="1609344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0741" y="1609344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8243621" y="1810512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异构通信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43621" y="2066544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↔ Java 边界失控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43621" y="2487168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防腐层收敛协议 / 可靠性 / 可观测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结果：两团队独立演进，互不阻塞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730752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730752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931920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系统集成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9808" y="4187952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外部对接慢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" y="4608576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统一网关适配层，覆盖 9+ 外部系统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结果：2-3 周 → 3-5 天，可用率 99.95%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3834" y="3730752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3834" y="3730752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2" name="Text 30"/>
          <p:cNvSpPr/>
          <p:nvPr/>
        </p:nvSpPr>
        <p:spPr>
          <a:xfrm>
            <a:off x="4496714" y="3931920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AI 协同提效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96714" y="4187952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AI 协同开发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96714" y="4608576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协同开发引入研发流程，提效的同时沉淀团队可复用资产 SKILLS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结果：能力沉淀为可复用资产，团队整体提效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0741" y="3730752"/>
            <a:ext cx="3564026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60741" y="3730752"/>
            <a:ext cx="3564026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8243621" y="3931920"/>
            <a:ext cx="3216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数据同步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43621" y="4187952"/>
            <a:ext cx="3216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跨模块信息丢失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43621" y="4608576"/>
            <a:ext cx="321655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 事件驱动 + 本地消息表 + 幂等 + 对账兜底</a:t>
            </a:r>
            <a:endParaRPr lang="en-US" sz="105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结果：根治，沉淀为契约治理规范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2" name="Text 40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问题先归因，再定打法，最后拿结果验收——这些打法我换个场景也能直接用。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我制定的规范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我把研发过程做成「可预测、可追踪、可复盘」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流程规范 + 工程规范 + 管理机制 —— 关键节点强制过审，用机制替代亲力亲为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需求收口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 · 评审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05685" y="2075688"/>
            <a:ext cx="201168" cy="182880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1717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1717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2589733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89733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· 架构过审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0474" y="2075688"/>
            <a:ext cx="201168" cy="182880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0" name="Shape 18"/>
          <p:cNvSpPr/>
          <p:nvPr/>
        </p:nvSpPr>
        <p:spPr>
          <a:xfrm>
            <a:off x="4356506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6506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4484522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4522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强制代码评审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5264" y="2075688"/>
            <a:ext cx="201168" cy="182880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51296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1296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7" name="Text 25"/>
          <p:cNvSpPr/>
          <p:nvPr/>
        </p:nvSpPr>
        <p:spPr>
          <a:xfrm>
            <a:off x="6379312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 验收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9312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 · 准出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90053" y="2075688"/>
            <a:ext cx="201168" cy="182880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0" name="Shape 28"/>
          <p:cNvSpPr/>
          <p:nvPr/>
        </p:nvSpPr>
        <p:spPr>
          <a:xfrm>
            <a:off x="8146085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6085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2" name="Text 30"/>
          <p:cNvSpPr/>
          <p:nvPr/>
        </p:nvSpPr>
        <p:spPr>
          <a:xfrm>
            <a:off x="8274101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发布评审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4101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上线前闸门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842" y="2075688"/>
            <a:ext cx="201168" cy="182880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40874" y="1609344"/>
            <a:ext cx="1583893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40874" y="1609344"/>
            <a:ext cx="1583893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8890" y="1773936"/>
            <a:ext cx="13461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系统移交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68890" y="2121408"/>
            <a:ext cx="13461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· 交接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" y="2926080"/>
            <a:ext cx="353964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292608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312724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· 流程规范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9808" y="338328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全流程闸门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9808" y="3803904"/>
            <a:ext cx="319217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覆盖需求、设计、开发、测试、发布、移交六阶段，关键节点强制过审；配套年度技术建设规划与故障复盘闭环，根因回灌规范。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26026" y="2926080"/>
            <a:ext cx="353964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26026" y="292608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6" name="Text 44"/>
          <p:cNvSpPr/>
          <p:nvPr/>
        </p:nvSpPr>
        <p:spPr>
          <a:xfrm>
            <a:off x="4508906" y="312724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· 工程规范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08906" y="338328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守住架构红线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08906" y="3803904"/>
            <a:ext cx="319217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接口契约治理（管连线不管黑盒）；主链路强制代码评审；沉淀原型库与开发 skill，新人照着 skill 可独立交付典型功能。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85125" y="2926080"/>
            <a:ext cx="353964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85125" y="292608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1" name="Text 49"/>
          <p:cNvSpPr/>
          <p:nvPr/>
        </p:nvSpPr>
        <p:spPr>
          <a:xfrm>
            <a:off x="8268005" y="312724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· 管理机制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268005" y="338328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机制替代人治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268005" y="3803904"/>
            <a:ext cx="319217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On-call 轮值（主副双岗 + 四级 SLA）；技术债台账（20% 带宽固定偿还）；师徒制 + owner+backup 双人制，四维绩效考核。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6" name="Text 54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规范的目的不是加流程，是让研发可预测、可追踪、可复盘——把个人能力沉淀成团队能力。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带队成果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我带队拿到的四本账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· 质量 · 效率 · 能力——不是个人成绩单，是体系结果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26273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45920"/>
            <a:ext cx="2627300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10512"/>
            <a:ext cx="22981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DELIVERY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2029968"/>
            <a:ext cx="229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8" y="2450592"/>
            <a:ext cx="226154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96896"/>
            <a:ext cx="22615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微服务业务中台，从 0 到 1 建成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销售端 + 采购端双平台并线交付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9+ 外部系统对接（银行 / 仓储 / 税务 / 监管）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77108" y="1645920"/>
            <a:ext cx="26273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7108" y="1645920"/>
            <a:ext cx="2627300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3559988" y="1810512"/>
            <a:ext cx="22981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QUALITY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59988" y="2029968"/>
            <a:ext cx="229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59988" y="2450592"/>
            <a:ext cx="226154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9988" y="2596896"/>
            <a:ext cx="22615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年+ 零资金差错（交易 / 结算 / 清算）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外联接口平均可用率 99.95%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7288" y="1645920"/>
            <a:ext cx="26273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7288" y="1645920"/>
            <a:ext cx="2627300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6370168" y="1810512"/>
            <a:ext cx="22981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EFFICIENCY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70168" y="2029968"/>
            <a:ext cx="229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70168" y="2450592"/>
            <a:ext cx="226154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0168" y="2596896"/>
            <a:ext cx="22615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新客户上线 2 月 → 1 周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系统对接 2-3 周 → 3-5 天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交易周期 5 天 → 1.5 天，对账 9 人天 → 2 小时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97467" y="1645920"/>
            <a:ext cx="26273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7467" y="1645920"/>
            <a:ext cx="2627300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0" name="Text 28"/>
          <p:cNvSpPr/>
          <p:nvPr/>
        </p:nvSpPr>
        <p:spPr>
          <a:xfrm>
            <a:off x="9180347" y="1810512"/>
            <a:ext cx="22981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CAPABILITY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80347" y="2029968"/>
            <a:ext cx="22981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80347" y="2450592"/>
            <a:ext cx="226154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347" y="2596896"/>
            <a:ext cx="22615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人四梯队，核心模块无单点依赖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团队独立处理 80% 线上问题，被动响应 45% → 15%</a:t>
            </a:r>
            <a:endParaRPr lang="en-US" sz="10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沉淀规范 / 排查手册 / 原型库 / 开发 skill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追求的不是短期救火，而是长期可复制的研发体系——交付有节奏、质量有底线、效率可量化、能力能传承。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客户案例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两个客户、两种业态，验证同一套平台底座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民营贸易商（广西晔龙）· 国有要素交易场所（广西林控）——均为我方承建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09344"/>
            <a:ext cx="26273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19072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EELONG · SHARE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3232" y="1920240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进口菜粕全国第一 · 年贸易量 50 万吨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77108" y="1609344"/>
            <a:ext cx="26273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1700" y="1719072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EELONG · CUSTOMER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23412" y="1920240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 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1700" y="2468880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下游饲料企业 · 郑商所产融基地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7288" y="1609344"/>
            <a:ext cx="26273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1880" y="1719072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LINKONG · BIDDING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33592" y="1920240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轮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1880" y="2468880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单场竞价轮次 · 溢价 18.2%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97467" y="1609344"/>
            <a:ext cx="26273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059" y="1719072"/>
            <a:ext cx="233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LINKONG · MARKET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3771" y="1920240"/>
            <a:ext cx="240784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86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62059" y="2468880"/>
            <a:ext cx="23346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国有全资平台上线 · 面向东盟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54191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200400"/>
            <a:ext cx="541919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401568"/>
            <a:ext cx="507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 · 广西晔龙国际贸易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9808" y="3657600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民营贸易商：期现结合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4078224"/>
            <a:ext cx="507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画像：全国最大进口菜籽粕贸易商（份额 &gt;15%），年贸易量 50 万吨，下游客户约 3000 家。</a:t>
            </a:r>
            <a:endParaRPr lang="en-US" sz="10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我们解决：套保策略绑定现货合同、敞口实时计算、风险限额分级预警；预售与远期采购的履约批次拆分。</a:t>
            </a:r>
            <a:endParaRPr lang="en-US" sz="10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价值：把「拍脑袋锁价」变成可量化、可预警的期现风控。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05576" y="3200400"/>
            <a:ext cx="541919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5576" y="3200400"/>
            <a:ext cx="541919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6388456" y="3401568"/>
            <a:ext cx="507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 · 中国-东盟林业资源平台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88456" y="3657600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国有要素场所：非标资产线上化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88456" y="4078224"/>
            <a:ext cx="507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画像：广西林业局批准的国有全资平台（2022 上线），品种覆盖活立木、林地流转、原木、人造板。</a:t>
            </a:r>
            <a:endParaRPr lang="en-US" sz="10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我们解决：活立木等非标资产线上化——标的清单结构化、延时竞价以服务器时间为基准、保证金三层配置。</a:t>
            </a:r>
            <a:endParaRPr lang="en-US" sz="10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2F8F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价值：公开竞价 + 全程留痕 + 结果公示，守住国有资产不被「贱卖」。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一个是民营贸易商的「活下来、赚价差」，一个是国企的「不贱卖、说得清」——同一套底座，两种价值主张。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B2B 平台实战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前期原型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各类型文档 → 向量数据库：我把 RAG 的地基打扎实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年至今 · B2B 主线之外，做 AI 智能服务平台的前期技术原型：模型选型验证 + 多格式文档落向量库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187506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45920"/>
            <a:ext cx="1875069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92224"/>
            <a:ext cx="15641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15641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多格式文档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2414016"/>
            <a:ext cx="156417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Excel / 网页 / 图片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06005" y="2267712"/>
            <a:ext cx="292608" cy="237744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2621" y="1645920"/>
            <a:ext cx="187506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62621" y="1645920"/>
            <a:ext cx="1875069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3027213" y="1792224"/>
            <a:ext cx="15641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27213" y="2011680"/>
            <a:ext cx="15641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解析与清洗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27213" y="2414016"/>
            <a:ext cx="156417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结构化抽取 · 去噪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1697" y="2267712"/>
            <a:ext cx="292608" cy="237744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2" name="Shape 20"/>
          <p:cNvSpPr/>
          <p:nvPr/>
        </p:nvSpPr>
        <p:spPr>
          <a:xfrm>
            <a:off x="5158313" y="1645920"/>
            <a:ext cx="187506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58313" y="1645920"/>
            <a:ext cx="1875069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5322905" y="1792224"/>
            <a:ext cx="15641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2905" y="2011680"/>
            <a:ext cx="15641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22905" y="2414016"/>
            <a:ext cx="156417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Chunking：按语义 / 标题层级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97390" y="2267712"/>
            <a:ext cx="292608" cy="237744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28" name="Shape 26"/>
          <p:cNvSpPr/>
          <p:nvPr/>
        </p:nvSpPr>
        <p:spPr>
          <a:xfrm>
            <a:off x="7454006" y="1645920"/>
            <a:ext cx="187506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4006" y="1645920"/>
            <a:ext cx="1875069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0" name="Text 28"/>
          <p:cNvSpPr/>
          <p:nvPr/>
        </p:nvSpPr>
        <p:spPr>
          <a:xfrm>
            <a:off x="7618598" y="1792224"/>
            <a:ext cx="15641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18598" y="2011680"/>
            <a:ext cx="15641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618598" y="2414016"/>
            <a:ext cx="156417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Embedding：文本 → 向量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93083" y="2267712"/>
            <a:ext cx="292608" cy="237744"/>
          </a:xfrm>
          <a:prstGeom prst="rightArrow">
            <a:avLst/>
          </a:prstGeom>
          <a:solidFill>
            <a:srgbClr val="2E6DA4"/>
          </a:solidFill>
          <a:ln/>
        </p:spPr>
      </p:sp>
      <p:sp>
        <p:nvSpPr>
          <p:cNvPr id="34" name="Shape 32"/>
          <p:cNvSpPr/>
          <p:nvPr/>
        </p:nvSpPr>
        <p:spPr>
          <a:xfrm>
            <a:off x="9749699" y="1645920"/>
            <a:ext cx="1875069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49699" y="1645920"/>
            <a:ext cx="1875069" cy="5486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6" name="Text 34"/>
          <p:cNvSpPr/>
          <p:nvPr/>
        </p:nvSpPr>
        <p:spPr>
          <a:xfrm>
            <a:off x="9914291" y="1792224"/>
            <a:ext cx="15641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914291" y="2011680"/>
            <a:ext cx="15641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914291" y="2414016"/>
            <a:ext cx="156417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入库索引 · 相似度检索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3401568"/>
            <a:ext cx="5419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3401568"/>
            <a:ext cx="541919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3602736"/>
            <a:ext cx="507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前期技术原型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9808" y="3858768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 + 私有化验证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9808" y="4279392"/>
            <a:ext cx="507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模型选型与内网私有化（vLLM）可行性验证，跑通「文档 → 向量库 → 检索」端到端链路。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05576" y="3401568"/>
            <a:ext cx="541919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05576" y="3401568"/>
            <a:ext cx="541919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6" name="Text 44"/>
          <p:cNvSpPr/>
          <p:nvPr/>
        </p:nvSpPr>
        <p:spPr>
          <a:xfrm>
            <a:off x="6388456" y="3602736"/>
            <a:ext cx="507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通道判断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88456" y="3858768"/>
            <a:ext cx="507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数据敏感度决定通道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388456" y="4279392"/>
            <a:ext cx="507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通用咨询走第三方大模型快速见效；涉密数据走内网私有化，合规与成本都占住。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50" name="Shape 48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1" name="Text 49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是主线之外的一块拼图——我把重心放在前期原型与文档落库，这一步决定 RAG 能不能用、检索准不准。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能带来什么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我的差异化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三个标签，钉住记忆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业务翻译官 · 技术操盘手 · 流程守护者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POSITIONING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把「支持分批付款」五个字拆成 14 个子需求、识别 3 个风险点。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能在评审中反问：这个合同条款的违约触发条件，系统哪个状态节点对应？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落地动作：需求评审先翻译，再谈方案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6026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6026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4508906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CAPABILITY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08906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技术操盘手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8906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 + Java 异构架构里做选型、评审、技术债管理。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 C 代码，但通过防腐层管住异构通信全链路。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54042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54042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4600346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落地动作：异构边界明确，方案先讲坑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5125" y="1645920"/>
            <a:ext cx="353964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5125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8268005" y="1847088"/>
            <a:ext cx="3192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MECHANISM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68005" y="2103120"/>
            <a:ext cx="3192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流程守护者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68005" y="2523744"/>
            <a:ext cx="319217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On-call 轮值、技术债台账、接口契约治理三大机制。</a:t>
            </a:r>
            <a:endParaRPr lang="en-US" sz="1100" dirty="0"/>
          </a:p>
          <a:p>
            <a:pPr indent="0" marL="0">
              <a:lnSpc>
                <a:spcPct val="13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让团队从被动救火转向主动建设。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13141" y="4718304"/>
            <a:ext cx="3283610" cy="512064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2" name="Shape 30"/>
          <p:cNvSpPr/>
          <p:nvPr/>
        </p:nvSpPr>
        <p:spPr>
          <a:xfrm>
            <a:off x="8213141" y="4718304"/>
            <a:ext cx="45720" cy="5120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8359445" y="4718304"/>
            <a:ext cx="308244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落地动作：被动响应 45% → 15%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870448"/>
            <a:ext cx="11057839" cy="50292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870448"/>
            <a:ext cx="64008" cy="502920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870448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责任金句：技术经理的价值不是方案多漂亮，是对可实施性与落地效果负责——坑在哪、工作量多少、风险在哪一层，我能直接判断。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7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能带来什么 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落地打法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67167" y="237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个人简历介绍 · 面试/述职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603504"/>
            <a:ext cx="11057839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7487" y="6492240"/>
            <a:ext cx="1097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492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haswhere · 技术经理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9525">
            <a:solidFill>
              <a:srgbClr val="EAE5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6809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我的落地打法：先止血、再还债、后增值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接手一个团队或系统，我先用机制把确定性拉起来，再用复用与 AI 提效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353964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810512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206654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先止血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6384" y="2523744"/>
            <a:ext cx="310073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70048"/>
            <a:ext cx="31007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稳线上：盯核心链路与资金相关告警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补齐监控 / 告警 / On-call 与故障流程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梳理主链路，识别单点与最大风险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6026" y="1645920"/>
            <a:ext cx="353964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6026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8" name="Text 16"/>
          <p:cNvSpPr/>
          <p:nvPr/>
        </p:nvSpPr>
        <p:spPr>
          <a:xfrm>
            <a:off x="4545482" y="1810512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45482" y="206654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再还债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45482" y="2523744"/>
            <a:ext cx="310073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5482" y="2670048"/>
            <a:ext cx="31007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建技术债台账，20% 带宽固定偿还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推接口契约治理，收敛跨模块耦合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补关键回归与自动化，减少手工发布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85125" y="1645920"/>
            <a:ext cx="353964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5125" y="1645920"/>
            <a:ext cx="3539642" cy="6400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8304581" y="1810512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04581" y="2066544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后增值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304581" y="2523744"/>
            <a:ext cx="3100730" cy="0"/>
          </a:xfrm>
          <a:prstGeom prst="line">
            <a:avLst/>
          </a:prstGeom>
          <a:noFill/>
          <a:ln w="12700">
            <a:solidFill>
              <a:srgbClr val="EAE5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4581" y="2670048"/>
            <a:ext cx="31007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复用底座与配置化，压缩新需求交付周期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提效：知识检索 / 研发辅助落地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沉淀规范与人才梯队，机制可自转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solidFill>
            <a:srgbClr val="F2EDE3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870448"/>
            <a:ext cx="64008" cy="4572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870448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先让团队从救火里抽身，再用复用和 AI 把效率拉起来——这是我换了场景也能复用的打法。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51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· 三个标签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业务翻译官 · 技术操盘手 · 流程守护者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487168"/>
            <a:ext cx="1005840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24912"/>
            <a:ext cx="10058400" cy="1133856"/>
          </a:xfrm>
          <a:prstGeom prst="rect">
            <a:avLst/>
          </a:prstGeom>
          <a:solidFill>
            <a:srgbClr val="F2EDE3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24912"/>
            <a:ext cx="64008" cy="113385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724912"/>
            <a:ext cx="9692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责任金句：</a:t>
            </a:r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技术经理的价值不是方案多漂亮，是对可实施性与落地效果负责——坑在哪、工作量多少、风险在哪一层，我能直接判断，不给团队挖坑。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4133088"/>
            <a:ext cx="1005840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52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46451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我的介绍完了。谢谢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面试自我介绍 · B2B大宗贸易平台技术经理</dc:title>
  <dc:subject>PptxGenJS Presentation</dc:subject>
  <dc:creator>haswhere</dc:creator>
  <cp:lastModifiedBy>haswhere</cp:lastModifiedBy>
  <cp:revision>1</cp:revision>
  <dcterms:created xsi:type="dcterms:W3CDTF">2026-10-10T01:58:23Z</dcterms:created>
  <dcterms:modified xsi:type="dcterms:W3CDTF">2026-10-10T01:58:23Z</dcterms:modified>
</cp:coreProperties>
</file>